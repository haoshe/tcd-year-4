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56" r:id="rId5"/>
    <p:sldId id="257" r:id="rId6"/>
    <p:sldId id="263" r:id="rId7"/>
    <p:sldId id="285" r:id="rId8"/>
    <p:sldId id="266" r:id="rId9"/>
    <p:sldId id="264" r:id="rId10"/>
    <p:sldId id="265" r:id="rId11"/>
    <p:sldId id="267" r:id="rId12"/>
    <p:sldId id="271" r:id="rId13"/>
    <p:sldId id="291" r:id="rId14"/>
    <p:sldId id="292" r:id="rId15"/>
    <p:sldId id="293" r:id="rId16"/>
    <p:sldId id="295" r:id="rId17"/>
    <p:sldId id="258" r:id="rId18"/>
    <p:sldId id="288" r:id="rId19"/>
    <p:sldId id="296" r:id="rId20"/>
    <p:sldId id="297" r:id="rId21"/>
    <p:sldId id="268" r:id="rId22"/>
    <p:sldId id="281" r:id="rId23"/>
    <p:sldId id="289" r:id="rId24"/>
    <p:sldId id="275" r:id="rId25"/>
    <p:sldId id="274" r:id="rId26"/>
    <p:sldId id="262" r:id="rId27"/>
    <p:sldId id="272" r:id="rId28"/>
    <p:sldId id="283" r:id="rId29"/>
    <p:sldId id="298" r:id="rId30"/>
    <p:sldId id="299" r:id="rId31"/>
    <p:sldId id="273" r:id="rId32"/>
    <p:sldId id="260" r:id="rId33"/>
  </p:sldIdLst>
  <p:sldSz cx="9144000" cy="5143500" type="screen16x9"/>
  <p:notesSz cx="6858000"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39">
          <p15:clr>
            <a:srgbClr val="A4A3A4"/>
          </p15:clr>
        </p15:guide>
        <p15:guide id="2" pos="519">
          <p15:clr>
            <a:srgbClr val="A4A3A4"/>
          </p15:clr>
        </p15:guide>
      </p15:sldGuideLst>
    </p:ext>
    <p:ext uri="{2D200454-40CA-4A62-9FC3-DE9A4176ACB9}">
      <p15:notesGuideLst xmlns:p15="http://schemas.microsoft.com/office/powerpoint/2012/main">
        <p15:guide id="1" orient="horz" pos="3133">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9AE7B7-733A-DE6A-E400-A34EAF3CAD2A}" name="Eimear Morhan" initials="EM" userId="S::EMORHAN@tcd.ie::232d3976-92fb-4422-8a8a-b2f6b31fc99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3E6DB2"/>
    <a:srgbClr val="0E73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2F3B2-734C-EDCF-3BE7-40A92AA8E718}" v="65" dt="2026-09-07T12:48:25.835"/>
    <p1510:client id="{72409691-9D9B-9D62-9BE5-0378970496BB}" v="3398" dt="2026-09-08T09:10:16.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754" y="101"/>
      </p:cViewPr>
      <p:guideLst>
        <p:guide orient="horz" pos="3239"/>
        <p:guide pos="519"/>
      </p:guideLst>
    </p:cSldViewPr>
  </p:slideViewPr>
  <p:notesTextViewPr>
    <p:cViewPr>
      <p:scale>
        <a:sx n="1" d="1"/>
        <a:sy n="1" d="1"/>
      </p:scale>
      <p:origin x="0" y="0"/>
    </p:cViewPr>
  </p:notesTextViewPr>
  <p:notesViewPr>
    <p:cSldViewPr snapToGrid="0">
      <p:cViewPr>
        <p:scale>
          <a:sx n="1" d="2"/>
          <a:sy n="1" d="2"/>
        </p:scale>
        <p:origin x="0" y="0"/>
      </p:cViewPr>
      <p:guideLst>
        <p:guide orient="horz" pos="3133"/>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line Cole" userId="S::coleg@tcd.ie::cf630aea-ead4-472b-8c83-6ef7a555b874" providerId="AD" clId="Web-{72409691-9D9B-9D62-9BE5-0378970496BB}"/>
    <pc:docChg chg="addSld delSld modSld sldOrd">
      <pc:chgData name="Geraline Cole" userId="S::coleg@tcd.ie::cf630aea-ead4-472b-8c83-6ef7a555b874" providerId="AD" clId="Web-{72409691-9D9B-9D62-9BE5-0378970496BB}" dt="2026-09-08T09:10:16.984" v="3057" actId="14100"/>
      <pc:docMkLst>
        <pc:docMk/>
      </pc:docMkLst>
      <pc:sldChg chg="addSp delSp modSp ord">
        <pc:chgData name="Geraline Cole" userId="S::coleg@tcd.ie::cf630aea-ead4-472b-8c83-6ef7a555b874" providerId="AD" clId="Web-{72409691-9D9B-9D62-9BE5-0378970496BB}" dt="2026-09-08T09:10:16.984" v="3057" actId="14100"/>
        <pc:sldMkLst>
          <pc:docMk/>
          <pc:sldMk cId="1859924847" sldId="258"/>
        </pc:sldMkLst>
        <pc:spChg chg="mod">
          <ac:chgData name="Geraline Cole" userId="S::coleg@tcd.ie::cf630aea-ead4-472b-8c83-6ef7a555b874" providerId="AD" clId="Web-{72409691-9D9B-9D62-9BE5-0378970496BB}" dt="2026-09-08T07:57:09.524" v="2392" actId="20577"/>
          <ac:spMkLst>
            <pc:docMk/>
            <pc:sldMk cId="1859924847" sldId="258"/>
            <ac:spMk id="3" creationId="{00000000-0000-0000-0000-000000000000}"/>
          </ac:spMkLst>
        </pc:spChg>
        <pc:spChg chg="del">
          <ac:chgData name="Geraline Cole" userId="S::coleg@tcd.ie::cf630aea-ead4-472b-8c83-6ef7a555b874" providerId="AD" clId="Web-{72409691-9D9B-9D62-9BE5-0378970496BB}" dt="2026-09-08T09:09:59.875" v="3054"/>
          <ac:spMkLst>
            <pc:docMk/>
            <pc:sldMk cId="1859924847" sldId="258"/>
            <ac:spMk id="18" creationId="{3D1FCA89-8B68-E8A0-43F9-AA7CECBD465D}"/>
          </ac:spMkLst>
        </pc:spChg>
        <pc:picChg chg="add mod">
          <ac:chgData name="Geraline Cole" userId="S::coleg@tcd.ie::cf630aea-ead4-472b-8c83-6ef7a555b874" providerId="AD" clId="Web-{72409691-9D9B-9D62-9BE5-0378970496BB}" dt="2026-09-08T09:10:16.984" v="3057" actId="14100"/>
          <ac:picMkLst>
            <pc:docMk/>
            <pc:sldMk cId="1859924847" sldId="258"/>
            <ac:picMk id="4" creationId="{C047B9F6-FC37-A75A-AF6F-18526D1C6B35}"/>
          </ac:picMkLst>
        </pc:picChg>
        <pc:picChg chg="del mod">
          <ac:chgData name="Geraline Cole" userId="S::coleg@tcd.ie::cf630aea-ead4-472b-8c83-6ef7a555b874" providerId="AD" clId="Web-{72409691-9D9B-9D62-9BE5-0378970496BB}" dt="2026-09-08T09:09:55.359" v="3053"/>
          <ac:picMkLst>
            <pc:docMk/>
            <pc:sldMk cId="1859924847" sldId="258"/>
            <ac:picMk id="20" creationId="{2E13B9D7-346B-8745-28B9-4E66B946D4C9}"/>
          </ac:picMkLst>
        </pc:picChg>
      </pc:sldChg>
      <pc:sldChg chg="ord">
        <pc:chgData name="Geraline Cole" userId="S::coleg@tcd.ie::cf630aea-ead4-472b-8c83-6ef7a555b874" providerId="AD" clId="Web-{72409691-9D9B-9D62-9BE5-0378970496BB}" dt="2026-09-08T07:55:03.882" v="2376"/>
        <pc:sldMkLst>
          <pc:docMk/>
          <pc:sldMk cId="3023508613" sldId="268"/>
        </pc:sldMkLst>
      </pc:sldChg>
      <pc:sldChg chg="modSp">
        <pc:chgData name="Geraline Cole" userId="S::coleg@tcd.ie::cf630aea-ead4-472b-8c83-6ef7a555b874" providerId="AD" clId="Web-{72409691-9D9B-9D62-9BE5-0378970496BB}" dt="2026-09-08T08:59:42.401" v="3020" actId="20577"/>
        <pc:sldMkLst>
          <pc:docMk/>
          <pc:sldMk cId="555057925" sldId="272"/>
        </pc:sldMkLst>
        <pc:spChg chg="mod">
          <ac:chgData name="Geraline Cole" userId="S::coleg@tcd.ie::cf630aea-ead4-472b-8c83-6ef7a555b874" providerId="AD" clId="Web-{72409691-9D9B-9D62-9BE5-0378970496BB}" dt="2026-09-08T08:59:12.775" v="3010" actId="20577"/>
          <ac:spMkLst>
            <pc:docMk/>
            <pc:sldMk cId="555057925" sldId="272"/>
            <ac:spMk id="3" creationId="{EF3BF9E3-1139-C5DD-AF46-149BF400D828}"/>
          </ac:spMkLst>
        </pc:spChg>
        <pc:spChg chg="mod">
          <ac:chgData name="Geraline Cole" userId="S::coleg@tcd.ie::cf630aea-ead4-472b-8c83-6ef7a555b874" providerId="AD" clId="Web-{72409691-9D9B-9D62-9BE5-0378970496BB}" dt="2026-09-08T08:59:42.401" v="3020" actId="20577"/>
          <ac:spMkLst>
            <pc:docMk/>
            <pc:sldMk cId="555057925" sldId="272"/>
            <ac:spMk id="16" creationId="{00000000-0000-0000-0000-000000000000}"/>
          </ac:spMkLst>
        </pc:spChg>
      </pc:sldChg>
      <pc:sldChg chg="addSp delSp modSp mod modClrScheme chgLayout">
        <pc:chgData name="Geraline Cole" userId="S::coleg@tcd.ie::cf630aea-ead4-472b-8c83-6ef7a555b874" providerId="AD" clId="Web-{72409691-9D9B-9D62-9BE5-0378970496BB}" dt="2026-09-08T08:31:46.558" v="2472"/>
        <pc:sldMkLst>
          <pc:docMk/>
          <pc:sldMk cId="27523599" sldId="275"/>
        </pc:sldMkLst>
        <pc:spChg chg="mod">
          <ac:chgData name="Geraline Cole" userId="S::coleg@tcd.ie::cf630aea-ead4-472b-8c83-6ef7a555b874" providerId="AD" clId="Web-{72409691-9D9B-9D62-9BE5-0378970496BB}" dt="2026-09-08T08:28:47.041" v="2469" actId="20577"/>
          <ac:spMkLst>
            <pc:docMk/>
            <pc:sldMk cId="27523599" sldId="275"/>
            <ac:spMk id="2" creationId="{16293A3F-0AC6-BBE6-2B1A-4BF9E0DAB3F3}"/>
          </ac:spMkLst>
        </pc:spChg>
        <pc:spChg chg="del">
          <ac:chgData name="Geraline Cole" userId="S::coleg@tcd.ie::cf630aea-ead4-472b-8c83-6ef7a555b874" providerId="AD" clId="Web-{72409691-9D9B-9D62-9BE5-0378970496BB}" dt="2026-09-08T08:25:51.633" v="2457"/>
          <ac:spMkLst>
            <pc:docMk/>
            <pc:sldMk cId="27523599" sldId="275"/>
            <ac:spMk id="4" creationId="{ED9ED715-2245-8124-88B7-004EFA99D726}"/>
          </ac:spMkLst>
        </pc:spChg>
        <pc:spChg chg="mod">
          <ac:chgData name="Geraline Cole" userId="S::coleg@tcd.ie::cf630aea-ead4-472b-8c83-6ef7a555b874" providerId="AD" clId="Web-{72409691-9D9B-9D62-9BE5-0378970496BB}" dt="2026-09-08T08:26:06.852" v="2459"/>
          <ac:spMkLst>
            <pc:docMk/>
            <pc:sldMk cId="27523599" sldId="275"/>
            <ac:spMk id="6" creationId="{8B9C8B01-7D98-3291-AF9C-6F8E7973B80D}"/>
          </ac:spMkLst>
        </pc:spChg>
        <pc:spChg chg="add del mod">
          <ac:chgData name="Geraline Cole" userId="S::coleg@tcd.ie::cf630aea-ead4-472b-8c83-6ef7a555b874" providerId="AD" clId="Web-{72409691-9D9B-9D62-9BE5-0378970496BB}" dt="2026-09-08T08:28:30.728" v="2462"/>
          <ac:spMkLst>
            <pc:docMk/>
            <pc:sldMk cId="27523599" sldId="275"/>
            <ac:spMk id="11" creationId="{E3C602D5-C81C-1D73-2C73-E6BCD5927E04}"/>
          </ac:spMkLst>
        </pc:spChg>
        <pc:spChg chg="add del">
          <ac:chgData name="Geraline Cole" userId="S::coleg@tcd.ie::cf630aea-ead4-472b-8c83-6ef7a555b874" providerId="AD" clId="Web-{72409691-9D9B-9D62-9BE5-0378970496BB}" dt="2026-09-08T08:31:46.558" v="2472"/>
          <ac:spMkLst>
            <pc:docMk/>
            <pc:sldMk cId="27523599" sldId="275"/>
            <ac:spMk id="16" creationId="{E9966E0C-9D37-2F1B-A984-2EA27B176693}"/>
          </ac:spMkLst>
        </pc:spChg>
        <pc:spChg chg="add">
          <ac:chgData name="Geraline Cole" userId="S::coleg@tcd.ie::cf630aea-ead4-472b-8c83-6ef7a555b874" providerId="AD" clId="Web-{72409691-9D9B-9D62-9BE5-0378970496BB}" dt="2026-09-08T08:31:46.558" v="2472"/>
          <ac:spMkLst>
            <pc:docMk/>
            <pc:sldMk cId="27523599" sldId="275"/>
            <ac:spMk id="21" creationId="{798AF4DA-706A-FEB5-E4F7-5D7F5747F952}"/>
          </ac:spMkLst>
        </pc:spChg>
        <pc:graphicFrameChg chg="del">
          <ac:chgData name="Geraline Cole" userId="S::coleg@tcd.ie::cf630aea-ead4-472b-8c83-6ef7a555b874" providerId="AD" clId="Web-{72409691-9D9B-9D62-9BE5-0378970496BB}" dt="2026-09-08T08:25:51.633" v="2456"/>
          <ac:graphicFrameMkLst>
            <pc:docMk/>
            <pc:sldMk cId="27523599" sldId="275"/>
            <ac:graphicFrameMk id="7" creationId="{1C75BB02-29C6-B5A2-C66B-EE5F7948C348}"/>
          </ac:graphicFrameMkLst>
        </pc:graphicFrameChg>
        <pc:picChg chg="add del mod ord">
          <ac:chgData name="Geraline Cole" userId="S::coleg@tcd.ie::cf630aea-ead4-472b-8c83-6ef7a555b874" providerId="AD" clId="Web-{72409691-9D9B-9D62-9BE5-0378970496BB}" dt="2026-09-08T08:28:16.290" v="2460"/>
          <ac:picMkLst>
            <pc:docMk/>
            <pc:sldMk cId="27523599" sldId="275"/>
            <ac:picMk id="3" creationId="{55E83F29-DE40-3574-5021-CEFD05FF59DB}"/>
          </ac:picMkLst>
        </pc:picChg>
        <pc:picChg chg="add del mod ord">
          <ac:chgData name="Geraline Cole" userId="S::coleg@tcd.ie::cf630aea-ead4-472b-8c83-6ef7a555b874" providerId="AD" clId="Web-{72409691-9D9B-9D62-9BE5-0378970496BB}" dt="2026-09-08T08:31:31.042" v="2470"/>
          <ac:picMkLst>
            <pc:docMk/>
            <pc:sldMk cId="27523599" sldId="275"/>
            <ac:picMk id="5" creationId="{A3C49234-CF4E-D180-82E3-632870D97D38}"/>
          </ac:picMkLst>
        </pc:picChg>
        <pc:picChg chg="add mod ord">
          <ac:chgData name="Geraline Cole" userId="S::coleg@tcd.ie::cf630aea-ead4-472b-8c83-6ef7a555b874" providerId="AD" clId="Web-{72409691-9D9B-9D62-9BE5-0378970496BB}" dt="2026-09-08T08:31:46.558" v="2472"/>
          <ac:picMkLst>
            <pc:docMk/>
            <pc:sldMk cId="27523599" sldId="275"/>
            <ac:picMk id="8" creationId="{C9E05D84-365C-E774-02D8-5B638FA802ED}"/>
          </ac:picMkLst>
        </pc:picChg>
      </pc:sldChg>
      <pc:sldChg chg="del">
        <pc:chgData name="Geraline Cole" userId="S::coleg@tcd.ie::cf630aea-ead4-472b-8c83-6ef7a555b874" providerId="AD" clId="Web-{72409691-9D9B-9D62-9BE5-0378970496BB}" dt="2026-09-07T23:10:53.475" v="1696"/>
        <pc:sldMkLst>
          <pc:docMk/>
          <pc:sldMk cId="3818844965" sldId="277"/>
        </pc:sldMkLst>
      </pc:sldChg>
      <pc:sldChg chg="modSp del">
        <pc:chgData name="Geraline Cole" userId="S::coleg@tcd.ie::cf630aea-ead4-472b-8c83-6ef7a555b874" providerId="AD" clId="Web-{72409691-9D9B-9D62-9BE5-0378970496BB}" dt="2026-09-08T08:53:39.522" v="2697"/>
        <pc:sldMkLst>
          <pc:docMk/>
          <pc:sldMk cId="1369605648" sldId="282"/>
        </pc:sldMkLst>
        <pc:spChg chg="mod">
          <ac:chgData name="Geraline Cole" userId="S::coleg@tcd.ie::cf630aea-ead4-472b-8c83-6ef7a555b874" providerId="AD" clId="Web-{72409691-9D9B-9D62-9BE5-0378970496BB}" dt="2026-09-08T08:37:57.577" v="2491" actId="20577"/>
          <ac:spMkLst>
            <pc:docMk/>
            <pc:sldMk cId="1369605648" sldId="282"/>
            <ac:spMk id="3" creationId="{892831E9-F14F-F615-D0A1-4CF672D90DD4}"/>
          </ac:spMkLst>
        </pc:spChg>
      </pc:sldChg>
      <pc:sldChg chg="modSp">
        <pc:chgData name="Geraline Cole" userId="S::coleg@tcd.ie::cf630aea-ead4-472b-8c83-6ef7a555b874" providerId="AD" clId="Web-{72409691-9D9B-9D62-9BE5-0378970496BB}" dt="2026-09-08T08:59:48.229" v="3022" actId="20577"/>
        <pc:sldMkLst>
          <pc:docMk/>
          <pc:sldMk cId="1372278923" sldId="283"/>
        </pc:sldMkLst>
        <pc:spChg chg="mod">
          <ac:chgData name="Geraline Cole" userId="S::coleg@tcd.ie::cf630aea-ead4-472b-8c83-6ef7a555b874" providerId="AD" clId="Web-{72409691-9D9B-9D62-9BE5-0378970496BB}" dt="2026-09-08T08:59:48.229" v="3022" actId="20577"/>
          <ac:spMkLst>
            <pc:docMk/>
            <pc:sldMk cId="1372278923" sldId="283"/>
            <ac:spMk id="16" creationId="{D5E143FE-8CB5-BBE7-B227-0A724D3CFEAE}"/>
          </ac:spMkLst>
        </pc:spChg>
      </pc:sldChg>
      <pc:sldChg chg="del">
        <pc:chgData name="Geraline Cole" userId="S::coleg@tcd.ie::cf630aea-ead4-472b-8c83-6ef7a555b874" providerId="AD" clId="Web-{72409691-9D9B-9D62-9BE5-0378970496BB}" dt="2026-09-07T22:38:50.627" v="840"/>
        <pc:sldMkLst>
          <pc:docMk/>
          <pc:sldMk cId="1371017226" sldId="286"/>
        </pc:sldMkLst>
      </pc:sldChg>
      <pc:sldChg chg="del">
        <pc:chgData name="Geraline Cole" userId="S::coleg@tcd.ie::cf630aea-ead4-472b-8c83-6ef7a555b874" providerId="AD" clId="Web-{72409691-9D9B-9D62-9BE5-0378970496BB}" dt="2026-09-07T23:21:44.262" v="2368"/>
        <pc:sldMkLst>
          <pc:docMk/>
          <pc:sldMk cId="2208913427" sldId="287"/>
        </pc:sldMkLst>
      </pc:sldChg>
      <pc:sldChg chg="addSp modSp ord">
        <pc:chgData name="Geraline Cole" userId="S::coleg@tcd.ie::cf630aea-ead4-472b-8c83-6ef7a555b874" providerId="AD" clId="Web-{72409691-9D9B-9D62-9BE5-0378970496BB}" dt="2026-09-08T08:07:05.873" v="2441" actId="1076"/>
        <pc:sldMkLst>
          <pc:docMk/>
          <pc:sldMk cId="3061368793" sldId="288"/>
        </pc:sldMkLst>
        <pc:spChg chg="mod">
          <ac:chgData name="Geraline Cole" userId="S::coleg@tcd.ie::cf630aea-ead4-472b-8c83-6ef7a555b874" providerId="AD" clId="Web-{72409691-9D9B-9D62-9BE5-0378970496BB}" dt="2026-09-08T07:59:01.072" v="2434" actId="20577"/>
          <ac:spMkLst>
            <pc:docMk/>
            <pc:sldMk cId="3061368793" sldId="288"/>
            <ac:spMk id="3" creationId="{0C1AD8FD-8530-EDDD-F9AD-0D6B933957EC}"/>
          </ac:spMkLst>
        </pc:spChg>
        <pc:picChg chg="add mod">
          <ac:chgData name="Geraline Cole" userId="S::coleg@tcd.ie::cf630aea-ead4-472b-8c83-6ef7a555b874" providerId="AD" clId="Web-{72409691-9D9B-9D62-9BE5-0378970496BB}" dt="2026-09-08T08:07:05.873" v="2441" actId="1076"/>
          <ac:picMkLst>
            <pc:docMk/>
            <pc:sldMk cId="3061368793" sldId="288"/>
            <ac:picMk id="4" creationId="{0F740DE4-E8C8-7D8C-FDAD-AE910E8BDEF1}"/>
          </ac:picMkLst>
        </pc:picChg>
      </pc:sldChg>
      <pc:sldChg chg="addSp delSp modSp">
        <pc:chgData name="Geraline Cole" userId="S::coleg@tcd.ie::cf630aea-ead4-472b-8c83-6ef7a555b874" providerId="AD" clId="Web-{72409691-9D9B-9D62-9BE5-0378970496BB}" dt="2026-09-08T08:15:28.081" v="2455"/>
        <pc:sldMkLst>
          <pc:docMk/>
          <pc:sldMk cId="3696227633" sldId="289"/>
        </pc:sldMkLst>
        <pc:spChg chg="mod">
          <ac:chgData name="Geraline Cole" userId="S::coleg@tcd.ie::cf630aea-ead4-472b-8c83-6ef7a555b874" providerId="AD" clId="Web-{72409691-9D9B-9D62-9BE5-0378970496BB}" dt="2026-09-08T08:15:28.081" v="2455"/>
          <ac:spMkLst>
            <pc:docMk/>
            <pc:sldMk cId="3696227633" sldId="289"/>
            <ac:spMk id="2" creationId="{CEFD549D-2A64-9FD4-4BA4-4D14198998F6}"/>
          </ac:spMkLst>
        </pc:spChg>
        <pc:spChg chg="mod">
          <ac:chgData name="Geraline Cole" userId="S::coleg@tcd.ie::cf630aea-ead4-472b-8c83-6ef7a555b874" providerId="AD" clId="Web-{72409691-9D9B-9D62-9BE5-0378970496BB}" dt="2026-09-08T08:15:28.081" v="2455"/>
          <ac:spMkLst>
            <pc:docMk/>
            <pc:sldMk cId="3696227633" sldId="289"/>
            <ac:spMk id="3" creationId="{111E5B60-2B7C-9753-A24F-1F192E0F63BE}"/>
          </ac:spMkLst>
        </pc:spChg>
        <pc:spChg chg="mod">
          <ac:chgData name="Geraline Cole" userId="S::coleg@tcd.ie::cf630aea-ead4-472b-8c83-6ef7a555b874" providerId="AD" clId="Web-{72409691-9D9B-9D62-9BE5-0378970496BB}" dt="2026-09-08T08:15:28.081" v="2455"/>
          <ac:spMkLst>
            <pc:docMk/>
            <pc:sldMk cId="3696227633" sldId="289"/>
            <ac:spMk id="5" creationId="{50DE57FB-517D-0086-F27C-93E764D2F75F}"/>
          </ac:spMkLst>
        </pc:spChg>
        <pc:spChg chg="del">
          <ac:chgData name="Geraline Cole" userId="S::coleg@tcd.ie::cf630aea-ead4-472b-8c83-6ef7a555b874" providerId="AD" clId="Web-{72409691-9D9B-9D62-9BE5-0378970496BB}" dt="2026-09-08T08:15:28.081" v="2455"/>
          <ac:spMkLst>
            <pc:docMk/>
            <pc:sldMk cId="3696227633" sldId="289"/>
            <ac:spMk id="6" creationId="{34A560C4-CFF1-1A21-3F2F-0FC3AEF366A6}"/>
          </ac:spMkLst>
        </pc:spChg>
        <pc:spChg chg="add">
          <ac:chgData name="Geraline Cole" userId="S::coleg@tcd.ie::cf630aea-ead4-472b-8c83-6ef7a555b874" providerId="AD" clId="Web-{72409691-9D9B-9D62-9BE5-0378970496BB}" dt="2026-09-08T08:15:28.081" v="2455"/>
          <ac:spMkLst>
            <pc:docMk/>
            <pc:sldMk cId="3696227633" sldId="289"/>
            <ac:spMk id="11" creationId="{A5CCDBEB-411B-EF2B-3F18-3F786B2A5D2E}"/>
          </ac:spMkLst>
        </pc:spChg>
        <pc:picChg chg="add mod ord">
          <ac:chgData name="Geraline Cole" userId="S::coleg@tcd.ie::cf630aea-ead4-472b-8c83-6ef7a555b874" providerId="AD" clId="Web-{72409691-9D9B-9D62-9BE5-0378970496BB}" dt="2026-09-08T08:15:28.081" v="2455"/>
          <ac:picMkLst>
            <pc:docMk/>
            <pc:sldMk cId="3696227633" sldId="289"/>
            <ac:picMk id="4" creationId="{496672D3-79F9-0EC7-FDFA-24289124BAD0}"/>
          </ac:picMkLst>
        </pc:picChg>
      </pc:sldChg>
      <pc:sldChg chg="modSp del">
        <pc:chgData name="Geraline Cole" userId="S::coleg@tcd.ie::cf630aea-ead4-472b-8c83-6ef7a555b874" providerId="AD" clId="Web-{72409691-9D9B-9D62-9BE5-0378970496BB}" dt="2026-09-08T08:57:15.446" v="3004"/>
        <pc:sldMkLst>
          <pc:docMk/>
          <pc:sldMk cId="767776253" sldId="290"/>
        </pc:sldMkLst>
        <pc:graphicFrameChg chg="modGraphic">
          <ac:chgData name="Geraline Cole" userId="S::coleg@tcd.ie::cf630aea-ead4-472b-8c83-6ef7a555b874" providerId="AD" clId="Web-{72409691-9D9B-9D62-9BE5-0378970496BB}" dt="2026-09-08T08:54:13.070" v="2698"/>
          <ac:graphicFrameMkLst>
            <pc:docMk/>
            <pc:sldMk cId="767776253" sldId="290"/>
            <ac:graphicFrameMk id="12" creationId="{38436EF5-9DA5-65A9-417E-1F059ECF87EA}"/>
          </ac:graphicFrameMkLst>
        </pc:graphicFrameChg>
      </pc:sldChg>
      <pc:sldChg chg="addSp modSp del">
        <pc:chgData name="Geraline Cole" userId="S::coleg@tcd.ie::cf630aea-ead4-472b-8c83-6ef7a555b874" providerId="AD" clId="Web-{72409691-9D9B-9D62-9BE5-0378970496BB}" dt="2026-09-07T22:38:43.298" v="839"/>
        <pc:sldMkLst>
          <pc:docMk/>
          <pc:sldMk cId="3814085998" sldId="294"/>
        </pc:sldMkLst>
        <pc:graphicFrameChg chg="add mod modGraphic">
          <ac:chgData name="Geraline Cole" userId="S::coleg@tcd.ie::cf630aea-ead4-472b-8c83-6ef7a555b874" providerId="AD" clId="Web-{72409691-9D9B-9D62-9BE5-0378970496BB}" dt="2026-09-07T22:22:50.343" v="11"/>
          <ac:graphicFrameMkLst>
            <pc:docMk/>
            <pc:sldMk cId="3814085998" sldId="294"/>
            <ac:graphicFrameMk id="6" creationId="{DCB41E77-0A54-ACC9-7D89-8C626362092C}"/>
          </ac:graphicFrameMkLst>
        </pc:graphicFrameChg>
      </pc:sldChg>
      <pc:sldChg chg="addSp delSp modSp add mod replId modClrScheme chgLayout">
        <pc:chgData name="Geraline Cole" userId="S::coleg@tcd.ie::cf630aea-ead4-472b-8c83-6ef7a555b874" providerId="AD" clId="Web-{72409691-9D9B-9D62-9BE5-0378970496BB}" dt="2026-09-08T08:34:04.950" v="2482"/>
        <pc:sldMkLst>
          <pc:docMk/>
          <pc:sldMk cId="2370416976" sldId="295"/>
        </pc:sldMkLst>
        <pc:spChg chg="mod">
          <ac:chgData name="Geraline Cole" userId="S::coleg@tcd.ie::cf630aea-ead4-472b-8c83-6ef7a555b874" providerId="AD" clId="Web-{72409691-9D9B-9D62-9BE5-0378970496BB}" dt="2026-09-08T08:32:52.730" v="2473"/>
          <ac:spMkLst>
            <pc:docMk/>
            <pc:sldMk cId="2370416976" sldId="295"/>
            <ac:spMk id="2" creationId="{6ABEB1A3-9E1E-8741-696C-5EF60357227C}"/>
          </ac:spMkLst>
        </pc:spChg>
        <pc:spChg chg="del mod">
          <ac:chgData name="Geraline Cole" userId="S::coleg@tcd.ie::cf630aea-ead4-472b-8c83-6ef7a555b874" providerId="AD" clId="Web-{72409691-9D9B-9D62-9BE5-0378970496BB}" dt="2026-09-07T22:38:22.532" v="838"/>
          <ac:spMkLst>
            <pc:docMk/>
            <pc:sldMk cId="2370416976" sldId="295"/>
            <ac:spMk id="4" creationId="{1187F57F-3297-6771-59B8-DB11DCB632D6}"/>
          </ac:spMkLst>
        </pc:spChg>
        <pc:spChg chg="mod">
          <ac:chgData name="Geraline Cole" userId="S::coleg@tcd.ie::cf630aea-ead4-472b-8c83-6ef7a555b874" providerId="AD" clId="Web-{72409691-9D9B-9D62-9BE5-0378970496BB}" dt="2026-09-08T08:32:52.730" v="2473"/>
          <ac:spMkLst>
            <pc:docMk/>
            <pc:sldMk cId="2370416976" sldId="295"/>
            <ac:spMk id="5" creationId="{99498314-C0D4-5D14-536F-F0E4C0F044D9}"/>
          </ac:spMkLst>
        </pc:spChg>
        <pc:spChg chg="add del mod">
          <ac:chgData name="Geraline Cole" userId="S::coleg@tcd.ie::cf630aea-ead4-472b-8c83-6ef7a555b874" providerId="AD" clId="Web-{72409691-9D9B-9D62-9BE5-0378970496BB}" dt="2026-09-07T23:22:18.857" v="2369"/>
          <ac:spMkLst>
            <pc:docMk/>
            <pc:sldMk cId="2370416976" sldId="295"/>
            <ac:spMk id="8" creationId="{EF51014C-D64F-5266-AC78-541941D8F741}"/>
          </ac:spMkLst>
        </pc:spChg>
        <pc:graphicFrameChg chg="add mod modGraphic">
          <ac:chgData name="Geraline Cole" userId="S::coleg@tcd.ie::cf630aea-ead4-472b-8c83-6ef7a555b874" providerId="AD" clId="Web-{72409691-9D9B-9D62-9BE5-0378970496BB}" dt="2026-09-08T08:34:04.950" v="2482"/>
          <ac:graphicFrameMkLst>
            <pc:docMk/>
            <pc:sldMk cId="2370416976" sldId="295"/>
            <ac:graphicFrameMk id="3" creationId="{32A39E17-B0E6-4AFA-B800-C0E03C965FB8}"/>
          </ac:graphicFrameMkLst>
        </pc:graphicFrameChg>
        <pc:graphicFrameChg chg="del mod modGraphic">
          <ac:chgData name="Geraline Cole" userId="S::coleg@tcd.ie::cf630aea-ead4-472b-8c83-6ef7a555b874" providerId="AD" clId="Web-{72409691-9D9B-9D62-9BE5-0378970496BB}" dt="2026-09-07T22:23:34.032" v="15"/>
          <ac:graphicFrameMkLst>
            <pc:docMk/>
            <pc:sldMk cId="2370416976" sldId="295"/>
            <ac:graphicFrameMk id="6" creationId="{B6FA95EC-3DDB-89C9-C553-F70B69B01E36}"/>
          </ac:graphicFrameMkLst>
        </pc:graphicFrameChg>
      </pc:sldChg>
      <pc:sldChg chg="addSp delSp modSp add replId">
        <pc:chgData name="Geraline Cole" userId="S::coleg@tcd.ie::cf630aea-ead4-472b-8c83-6ef7a555b874" providerId="AD" clId="Web-{72409691-9D9B-9D62-9BE5-0378970496BB}" dt="2026-09-08T09:03:24.215" v="3036"/>
        <pc:sldMkLst>
          <pc:docMk/>
          <pc:sldMk cId="4045806232" sldId="296"/>
        </pc:sldMkLst>
        <pc:spChg chg="del">
          <ac:chgData name="Geraline Cole" userId="S::coleg@tcd.ie::cf630aea-ead4-472b-8c83-6ef7a555b874" providerId="AD" clId="Web-{72409691-9D9B-9D62-9BE5-0378970496BB}" dt="2026-09-07T23:06:43.481" v="1648"/>
          <ac:spMkLst>
            <pc:docMk/>
            <pc:sldMk cId="4045806232" sldId="296"/>
            <ac:spMk id="6" creationId="{5BFBBA8C-A2B6-C1C3-5B66-DF5C299589A3}"/>
          </ac:spMkLst>
        </pc:spChg>
        <pc:spChg chg="mod">
          <ac:chgData name="Geraline Cole" userId="S::coleg@tcd.ie::cf630aea-ead4-472b-8c83-6ef7a555b874" providerId="AD" clId="Web-{72409691-9D9B-9D62-9BE5-0378970496BB}" dt="2026-09-07T23:11:28.194" v="1708" actId="20577"/>
          <ac:spMkLst>
            <pc:docMk/>
            <pc:sldMk cId="4045806232" sldId="296"/>
            <ac:spMk id="16" creationId="{33F127D5-A00A-DAB4-E6C2-26B4DD21FC8A}"/>
          </ac:spMkLst>
        </pc:spChg>
        <pc:graphicFrameChg chg="del">
          <ac:chgData name="Geraline Cole" userId="S::coleg@tcd.ie::cf630aea-ead4-472b-8c83-6ef7a555b874" providerId="AD" clId="Web-{72409691-9D9B-9D62-9BE5-0378970496BB}" dt="2026-09-07T22:41:50.836" v="850"/>
          <ac:graphicFrameMkLst>
            <pc:docMk/>
            <pc:sldMk cId="4045806232" sldId="296"/>
            <ac:graphicFrameMk id="3" creationId="{0D6BE203-8218-F036-8F11-FC256D435D06}"/>
          </ac:graphicFrameMkLst>
        </pc:graphicFrameChg>
        <pc:graphicFrameChg chg="add mod modGraphic">
          <ac:chgData name="Geraline Cole" userId="S::coleg@tcd.ie::cf630aea-ead4-472b-8c83-6ef7a555b874" providerId="AD" clId="Web-{72409691-9D9B-9D62-9BE5-0378970496BB}" dt="2026-09-08T09:03:24.215" v="3036"/>
          <ac:graphicFrameMkLst>
            <pc:docMk/>
            <pc:sldMk cId="4045806232" sldId="296"/>
            <ac:graphicFrameMk id="24" creationId="{E7257C04-CCC0-AC07-C204-B058AC1D2216}"/>
          </ac:graphicFrameMkLst>
        </pc:graphicFrameChg>
        <pc:picChg chg="add del mod">
          <ac:chgData name="Geraline Cole" userId="S::coleg@tcd.ie::cf630aea-ead4-472b-8c83-6ef7a555b874" providerId="AD" clId="Web-{72409691-9D9B-9D62-9BE5-0378970496BB}" dt="2026-09-07T22:54:24.050" v="1323"/>
          <ac:picMkLst>
            <pc:docMk/>
            <pc:sldMk cId="4045806232" sldId="296"/>
            <ac:picMk id="25" creationId="{4013BB82-5767-95CF-6219-736554B26852}"/>
          </ac:picMkLst>
        </pc:picChg>
        <pc:picChg chg="add mod">
          <ac:chgData name="Geraline Cole" userId="S::coleg@tcd.ie::cf630aea-ead4-472b-8c83-6ef7a555b874" providerId="AD" clId="Web-{72409691-9D9B-9D62-9BE5-0378970496BB}" dt="2026-09-07T23:09:46.504" v="1687" actId="1076"/>
          <ac:picMkLst>
            <pc:docMk/>
            <pc:sldMk cId="4045806232" sldId="296"/>
            <ac:picMk id="26" creationId="{33137DE6-B066-AA92-9E4B-D99E85A0756F}"/>
          </ac:picMkLst>
        </pc:picChg>
        <pc:picChg chg="add mod">
          <ac:chgData name="Geraline Cole" userId="S::coleg@tcd.ie::cf630aea-ead4-472b-8c83-6ef7a555b874" providerId="AD" clId="Web-{72409691-9D9B-9D62-9BE5-0378970496BB}" dt="2026-09-07T23:09:56.723" v="1688" actId="1076"/>
          <ac:picMkLst>
            <pc:docMk/>
            <pc:sldMk cId="4045806232" sldId="296"/>
            <ac:picMk id="27" creationId="{558FC05A-1DFC-A273-9AA5-C6B550F9DA5B}"/>
          </ac:picMkLst>
        </pc:picChg>
        <pc:picChg chg="add mod">
          <ac:chgData name="Geraline Cole" userId="S::coleg@tcd.ie::cf630aea-ead4-472b-8c83-6ef7a555b874" providerId="AD" clId="Web-{72409691-9D9B-9D62-9BE5-0378970496BB}" dt="2026-09-07T23:10:37.271" v="1695" actId="1076"/>
          <ac:picMkLst>
            <pc:docMk/>
            <pc:sldMk cId="4045806232" sldId="296"/>
            <ac:picMk id="28" creationId="{4373098C-FEF3-8F02-B579-037DFDA105BB}"/>
          </ac:picMkLst>
        </pc:picChg>
        <pc:picChg chg="add mod">
          <ac:chgData name="Geraline Cole" userId="S::coleg@tcd.ie::cf630aea-ead4-472b-8c83-6ef7a555b874" providerId="AD" clId="Web-{72409691-9D9B-9D62-9BE5-0378970496BB}" dt="2026-09-07T23:09:38.238" v="1686" actId="1076"/>
          <ac:picMkLst>
            <pc:docMk/>
            <pc:sldMk cId="4045806232" sldId="296"/>
            <ac:picMk id="29" creationId="{C91AABBB-9D60-EB8C-EB94-ABA80927164F}"/>
          </ac:picMkLst>
        </pc:picChg>
        <pc:picChg chg="add mod">
          <ac:chgData name="Geraline Cole" userId="S::coleg@tcd.ie::cf630aea-ead4-472b-8c83-6ef7a555b874" providerId="AD" clId="Web-{72409691-9D9B-9D62-9BE5-0378970496BB}" dt="2026-09-07T23:10:33.005" v="1694" actId="1076"/>
          <ac:picMkLst>
            <pc:docMk/>
            <pc:sldMk cId="4045806232" sldId="296"/>
            <ac:picMk id="30" creationId="{AE7805CF-25C7-7D29-201B-82068D60D954}"/>
          </ac:picMkLst>
        </pc:picChg>
        <pc:picChg chg="add del mod">
          <ac:chgData name="Geraline Cole" userId="S::coleg@tcd.ie::cf630aea-ead4-472b-8c83-6ef7a555b874" providerId="AD" clId="Web-{72409691-9D9B-9D62-9BE5-0378970496BB}" dt="2026-09-07T22:58:01.510" v="1383"/>
          <ac:picMkLst>
            <pc:docMk/>
            <pc:sldMk cId="4045806232" sldId="296"/>
            <ac:picMk id="31" creationId="{1D486424-C9CF-2556-B760-3ED6D845A99A}"/>
          </ac:picMkLst>
        </pc:picChg>
        <pc:picChg chg="add mod">
          <ac:chgData name="Geraline Cole" userId="S::coleg@tcd.ie::cf630aea-ead4-472b-8c83-6ef7a555b874" providerId="AD" clId="Web-{72409691-9D9B-9D62-9BE5-0378970496BB}" dt="2026-09-07T23:10:28.989" v="1693" actId="1076"/>
          <ac:picMkLst>
            <pc:docMk/>
            <pc:sldMk cId="4045806232" sldId="296"/>
            <ac:picMk id="32" creationId="{0733EE98-3FB6-2D9F-D0A7-9741AC608CCF}"/>
          </ac:picMkLst>
        </pc:picChg>
      </pc:sldChg>
      <pc:sldChg chg="addSp delSp modSp add replId">
        <pc:chgData name="Geraline Cole" userId="S::coleg@tcd.ie::cf630aea-ead4-472b-8c83-6ef7a555b874" providerId="AD" clId="Web-{72409691-9D9B-9D62-9BE5-0378970496BB}" dt="2026-09-07T23:21:36.043" v="2367" actId="1076"/>
        <pc:sldMkLst>
          <pc:docMk/>
          <pc:sldMk cId="4293760579" sldId="297"/>
        </pc:sldMkLst>
        <pc:spChg chg="mod">
          <ac:chgData name="Geraline Cole" userId="S::coleg@tcd.ie::cf630aea-ead4-472b-8c83-6ef7a555b874" providerId="AD" clId="Web-{72409691-9D9B-9D62-9BE5-0378970496BB}" dt="2026-09-07T23:11:36.851" v="1712" actId="20577"/>
          <ac:spMkLst>
            <pc:docMk/>
            <pc:sldMk cId="4293760579" sldId="297"/>
            <ac:spMk id="16" creationId="{D174DB34-FCC2-D907-9441-5A181AE3BEA9}"/>
          </ac:spMkLst>
        </pc:spChg>
        <pc:graphicFrameChg chg="mod modGraphic">
          <ac:chgData name="Geraline Cole" userId="S::coleg@tcd.ie::cf630aea-ead4-472b-8c83-6ef7a555b874" providerId="AD" clId="Web-{72409691-9D9B-9D62-9BE5-0378970496BB}" dt="2026-09-07T23:21:35.997" v="2362" actId="1076"/>
          <ac:graphicFrameMkLst>
            <pc:docMk/>
            <pc:sldMk cId="4293760579" sldId="297"/>
            <ac:graphicFrameMk id="24" creationId="{933BD761-981F-BEB7-382A-036F1D931396}"/>
          </ac:graphicFrameMkLst>
        </pc:graphicFrameChg>
        <pc:picChg chg="add mod">
          <ac:chgData name="Geraline Cole" userId="S::coleg@tcd.ie::cf630aea-ead4-472b-8c83-6ef7a555b874" providerId="AD" clId="Web-{72409691-9D9B-9D62-9BE5-0378970496BB}" dt="2026-09-07T23:21:36.012" v="2363" actId="1076"/>
          <ac:picMkLst>
            <pc:docMk/>
            <pc:sldMk cId="4293760579" sldId="297"/>
            <ac:picMk id="3" creationId="{8B26ADE9-867B-3EDE-628C-4ACFC84C54AE}"/>
          </ac:picMkLst>
        </pc:picChg>
        <pc:picChg chg="add mod">
          <ac:chgData name="Geraline Cole" userId="S::coleg@tcd.ie::cf630aea-ead4-472b-8c83-6ef7a555b874" providerId="AD" clId="Web-{72409691-9D9B-9D62-9BE5-0378970496BB}" dt="2026-09-07T23:21:36.012" v="2364" actId="1076"/>
          <ac:picMkLst>
            <pc:docMk/>
            <pc:sldMk cId="4293760579" sldId="297"/>
            <ac:picMk id="4" creationId="{168BE171-86FB-F0E4-1429-E430A4806EB9}"/>
          </ac:picMkLst>
        </pc:picChg>
        <pc:picChg chg="add mod">
          <ac:chgData name="Geraline Cole" userId="S::coleg@tcd.ie::cf630aea-ead4-472b-8c83-6ef7a555b874" providerId="AD" clId="Web-{72409691-9D9B-9D62-9BE5-0378970496BB}" dt="2026-09-07T23:21:36.028" v="2365" actId="1076"/>
          <ac:picMkLst>
            <pc:docMk/>
            <pc:sldMk cId="4293760579" sldId="297"/>
            <ac:picMk id="5" creationId="{EA6E319E-0FBE-CF2C-8509-F850B841D516}"/>
          </ac:picMkLst>
        </pc:picChg>
        <pc:picChg chg="add mod">
          <ac:chgData name="Geraline Cole" userId="S::coleg@tcd.ie::cf630aea-ead4-472b-8c83-6ef7a555b874" providerId="AD" clId="Web-{72409691-9D9B-9D62-9BE5-0378970496BB}" dt="2026-09-07T23:21:36.028" v="2366" actId="1076"/>
          <ac:picMkLst>
            <pc:docMk/>
            <pc:sldMk cId="4293760579" sldId="297"/>
            <ac:picMk id="7" creationId="{209AA687-F51F-A230-D7C1-24A31A6D25EA}"/>
          </ac:picMkLst>
        </pc:picChg>
        <pc:picChg chg="add mod">
          <ac:chgData name="Geraline Cole" userId="S::coleg@tcd.ie::cf630aea-ead4-472b-8c83-6ef7a555b874" providerId="AD" clId="Web-{72409691-9D9B-9D62-9BE5-0378970496BB}" dt="2026-09-07T23:21:36.043" v="2367" actId="1076"/>
          <ac:picMkLst>
            <pc:docMk/>
            <pc:sldMk cId="4293760579" sldId="297"/>
            <ac:picMk id="8" creationId="{7D4B7625-E6AF-1BC4-D66C-0B4AAC290695}"/>
          </ac:picMkLst>
        </pc:picChg>
        <pc:picChg chg="del">
          <ac:chgData name="Geraline Cole" userId="S::coleg@tcd.ie::cf630aea-ead4-472b-8c83-6ef7a555b874" providerId="AD" clId="Web-{72409691-9D9B-9D62-9BE5-0378970496BB}" dt="2026-09-07T23:13:31.402" v="1904"/>
          <ac:picMkLst>
            <pc:docMk/>
            <pc:sldMk cId="4293760579" sldId="297"/>
            <ac:picMk id="26" creationId="{1657DFB4-6492-B60F-E2D7-36E0EAF67A5D}"/>
          </ac:picMkLst>
        </pc:picChg>
        <pc:picChg chg="del mod">
          <ac:chgData name="Geraline Cole" userId="S::coleg@tcd.ie::cf630aea-ead4-472b-8c83-6ef7a555b874" providerId="AD" clId="Web-{72409691-9D9B-9D62-9BE5-0378970496BB}" dt="2026-09-07T23:16:33.861" v="2054"/>
          <ac:picMkLst>
            <pc:docMk/>
            <pc:sldMk cId="4293760579" sldId="297"/>
            <ac:picMk id="27" creationId="{26966D00-3878-92D0-5B45-1D7F25FA30A0}"/>
          </ac:picMkLst>
        </pc:picChg>
        <pc:picChg chg="del">
          <ac:chgData name="Geraline Cole" userId="S::coleg@tcd.ie::cf630aea-ead4-472b-8c83-6ef7a555b874" providerId="AD" clId="Web-{72409691-9D9B-9D62-9BE5-0378970496BB}" dt="2026-09-07T23:16:28.533" v="2052"/>
          <ac:picMkLst>
            <pc:docMk/>
            <pc:sldMk cId="4293760579" sldId="297"/>
            <ac:picMk id="28" creationId="{96E1E8DE-D4E7-76E4-F05F-BC76BB1EDAB1}"/>
          </ac:picMkLst>
        </pc:picChg>
        <pc:picChg chg="del">
          <ac:chgData name="Geraline Cole" userId="S::coleg@tcd.ie::cf630aea-ead4-472b-8c83-6ef7a555b874" providerId="AD" clId="Web-{72409691-9D9B-9D62-9BE5-0378970496BB}" dt="2026-09-07T23:12:00.289" v="1755"/>
          <ac:picMkLst>
            <pc:docMk/>
            <pc:sldMk cId="4293760579" sldId="297"/>
            <ac:picMk id="29" creationId="{518F58B4-D72E-FB46-7289-338030B18415}"/>
          </ac:picMkLst>
        </pc:picChg>
        <pc:picChg chg="del">
          <ac:chgData name="Geraline Cole" userId="S::coleg@tcd.ie::cf630aea-ead4-472b-8c83-6ef7a555b874" providerId="AD" clId="Web-{72409691-9D9B-9D62-9BE5-0378970496BB}" dt="2026-09-07T23:17:56.004" v="2179"/>
          <ac:picMkLst>
            <pc:docMk/>
            <pc:sldMk cId="4293760579" sldId="297"/>
            <ac:picMk id="30" creationId="{39E09558-7072-2168-FBF0-6558666A1256}"/>
          </ac:picMkLst>
        </pc:picChg>
        <pc:picChg chg="del">
          <ac:chgData name="Geraline Cole" userId="S::coleg@tcd.ie::cf630aea-ead4-472b-8c83-6ef7a555b874" providerId="AD" clId="Web-{72409691-9D9B-9D62-9BE5-0378970496BB}" dt="2026-09-07T23:19:06.319" v="2184"/>
          <ac:picMkLst>
            <pc:docMk/>
            <pc:sldMk cId="4293760579" sldId="297"/>
            <ac:picMk id="32" creationId="{0E362628-7A0C-69A9-17CE-E40D35905DD6}"/>
          </ac:picMkLst>
        </pc:picChg>
      </pc:sldChg>
      <pc:sldChg chg="addSp delSp modSp add replId">
        <pc:chgData name="Geraline Cole" userId="S::coleg@tcd.ie::cf630aea-ead4-472b-8c83-6ef7a555b874" providerId="AD" clId="Web-{72409691-9D9B-9D62-9BE5-0378970496BB}" dt="2026-09-08T08:53:37.147" v="2696" actId="1076"/>
        <pc:sldMkLst>
          <pc:docMk/>
          <pc:sldMk cId="2611598642" sldId="298"/>
        </pc:sldMkLst>
        <pc:spChg chg="del mod">
          <ac:chgData name="Geraline Cole" userId="S::coleg@tcd.ie::cf630aea-ead4-472b-8c83-6ef7a555b874" providerId="AD" clId="Web-{72409691-9D9B-9D62-9BE5-0378970496BB}" dt="2026-09-08T08:41:58.594" v="2508"/>
          <ac:spMkLst>
            <pc:docMk/>
            <pc:sldMk cId="2611598642" sldId="298"/>
            <ac:spMk id="3" creationId="{CBB70C9D-63B2-4173-A91D-52DFF7E115F0}"/>
          </ac:spMkLst>
        </pc:spChg>
        <pc:spChg chg="mod">
          <ac:chgData name="Geraline Cole" userId="S::coleg@tcd.ie::cf630aea-ead4-472b-8c83-6ef7a555b874" providerId="AD" clId="Web-{72409691-9D9B-9D62-9BE5-0378970496BB}" dt="2026-09-08T08:42:47.110" v="2509" actId="20577"/>
          <ac:spMkLst>
            <pc:docMk/>
            <pc:sldMk cId="2611598642" sldId="298"/>
            <ac:spMk id="16" creationId="{9BE53B50-4EA3-71FC-3B38-7670FBE40DC8}"/>
          </ac:spMkLst>
        </pc:spChg>
        <pc:graphicFrameChg chg="add del mod modGraphic">
          <ac:chgData name="Geraline Cole" userId="S::coleg@tcd.ie::cf630aea-ead4-472b-8c83-6ef7a555b874" providerId="AD" clId="Web-{72409691-9D9B-9D62-9BE5-0378970496BB}" dt="2026-09-08T08:45:46.440" v="2594"/>
          <ac:graphicFrameMkLst>
            <pc:docMk/>
            <pc:sldMk cId="2611598642" sldId="298"/>
            <ac:graphicFrameMk id="2" creationId="{71C5D53F-9EE5-A462-5821-37520DB9918F}"/>
          </ac:graphicFrameMkLst>
        </pc:graphicFrameChg>
        <pc:graphicFrameChg chg="add del mod modGraphic">
          <ac:chgData name="Geraline Cole" userId="S::coleg@tcd.ie::cf630aea-ead4-472b-8c83-6ef7a555b874" providerId="AD" clId="Web-{72409691-9D9B-9D62-9BE5-0378970496BB}" dt="2026-09-08T08:46:49.691" v="2599"/>
          <ac:graphicFrameMkLst>
            <pc:docMk/>
            <pc:sldMk cId="2611598642" sldId="298"/>
            <ac:graphicFrameMk id="5" creationId="{210EF30E-DEF4-1C69-26F9-863A9FB92310}"/>
          </ac:graphicFrameMkLst>
        </pc:graphicFrameChg>
        <pc:graphicFrameChg chg="add mod modGraphic">
          <ac:chgData name="Geraline Cole" userId="S::coleg@tcd.ie::cf630aea-ead4-472b-8c83-6ef7a555b874" providerId="AD" clId="Web-{72409691-9D9B-9D62-9BE5-0378970496BB}" dt="2026-09-08T08:48:09.379" v="2659"/>
          <ac:graphicFrameMkLst>
            <pc:docMk/>
            <pc:sldMk cId="2611598642" sldId="298"/>
            <ac:graphicFrameMk id="6" creationId="{4B61DFF6-DDE8-1C38-D83B-C9F67DE08C84}"/>
          </ac:graphicFrameMkLst>
        </pc:graphicFrameChg>
        <pc:graphicFrameChg chg="add">
          <ac:chgData name="Geraline Cole" userId="S::coleg@tcd.ie::cf630aea-ead4-472b-8c83-6ef7a555b874" providerId="AD" clId="Web-{72409691-9D9B-9D62-9BE5-0378970496BB}" dt="2026-09-08T08:48:12.738" v="2660"/>
          <ac:graphicFrameMkLst>
            <pc:docMk/>
            <pc:sldMk cId="2611598642" sldId="298"/>
            <ac:graphicFrameMk id="8" creationId="{71C5D53F-9EE5-A462-5821-37520DB9918F}"/>
          </ac:graphicFrameMkLst>
        </pc:graphicFrameChg>
        <pc:graphicFrameChg chg="mod modGraphic">
          <ac:chgData name="Geraline Cole" userId="S::coleg@tcd.ie::cf630aea-ead4-472b-8c83-6ef7a555b874" providerId="AD" clId="Web-{72409691-9D9B-9D62-9BE5-0378970496BB}" dt="2026-09-08T08:53:05.100" v="2692"/>
          <ac:graphicFrameMkLst>
            <pc:docMk/>
            <pc:sldMk cId="2611598642" sldId="298"/>
            <ac:graphicFrameMk id="8" creationId="{71C5D53F-9EE5-A462-5821-37520DB9918F}"/>
          </ac:graphicFrameMkLst>
        </pc:graphicFrameChg>
        <pc:picChg chg="add mod">
          <ac:chgData name="Geraline Cole" userId="S::coleg@tcd.ie::cf630aea-ead4-472b-8c83-6ef7a555b874" providerId="AD" clId="Web-{72409691-9D9B-9D62-9BE5-0378970496BB}" dt="2026-09-08T08:52:56.616" v="2690" actId="1076"/>
          <ac:picMkLst>
            <pc:docMk/>
            <pc:sldMk cId="2611598642" sldId="298"/>
            <ac:picMk id="9" creationId="{0EA6E322-749C-A432-B654-3928A1BD8091}"/>
          </ac:picMkLst>
        </pc:picChg>
        <pc:picChg chg="add mod">
          <ac:chgData name="Geraline Cole" userId="S::coleg@tcd.ie::cf630aea-ead4-472b-8c83-6ef7a555b874" providerId="AD" clId="Web-{72409691-9D9B-9D62-9BE5-0378970496BB}" dt="2026-09-08T08:53:10.788" v="2693" actId="1076"/>
          <ac:picMkLst>
            <pc:docMk/>
            <pc:sldMk cId="2611598642" sldId="298"/>
            <ac:picMk id="10" creationId="{7D7B514E-4C9C-6287-32BB-8DE23823E5E0}"/>
          </ac:picMkLst>
        </pc:picChg>
        <pc:picChg chg="add mod">
          <ac:chgData name="Geraline Cole" userId="S::coleg@tcd.ie::cf630aea-ead4-472b-8c83-6ef7a555b874" providerId="AD" clId="Web-{72409691-9D9B-9D62-9BE5-0378970496BB}" dt="2026-09-08T08:53:15.741" v="2694" actId="1076"/>
          <ac:picMkLst>
            <pc:docMk/>
            <pc:sldMk cId="2611598642" sldId="298"/>
            <ac:picMk id="11" creationId="{D14CC795-7E24-B928-4F4B-6E321207DF87}"/>
          </ac:picMkLst>
        </pc:picChg>
        <pc:picChg chg="add mod">
          <ac:chgData name="Geraline Cole" userId="S::coleg@tcd.ie::cf630aea-ead4-472b-8c83-6ef7a555b874" providerId="AD" clId="Web-{72409691-9D9B-9D62-9BE5-0378970496BB}" dt="2026-09-08T08:53:37.147" v="2696" actId="1076"/>
          <ac:picMkLst>
            <pc:docMk/>
            <pc:sldMk cId="2611598642" sldId="298"/>
            <ac:picMk id="12" creationId="{68658C55-AF78-0938-4AF6-5082C21826EF}"/>
          </ac:picMkLst>
        </pc:picChg>
      </pc:sldChg>
      <pc:sldChg chg="addSp delSp modSp add replId">
        <pc:chgData name="Geraline Cole" userId="S::coleg@tcd.ie::cf630aea-ead4-472b-8c83-6ef7a555b874" providerId="AD" clId="Web-{72409691-9D9B-9D62-9BE5-0378970496BB}" dt="2026-09-08T09:05:03.294" v="3052"/>
        <pc:sldMkLst>
          <pc:docMk/>
          <pc:sldMk cId="3292497941" sldId="299"/>
        </pc:sldMkLst>
        <pc:graphicFrameChg chg="add mod modGraphic">
          <ac:chgData name="Geraline Cole" userId="S::coleg@tcd.ie::cf630aea-ead4-472b-8c83-6ef7a555b874" providerId="AD" clId="Web-{72409691-9D9B-9D62-9BE5-0378970496BB}" dt="2026-09-08T09:05:03.294" v="3052"/>
          <ac:graphicFrameMkLst>
            <pc:docMk/>
            <pc:sldMk cId="3292497941" sldId="299"/>
            <ac:graphicFrameMk id="2" creationId="{D7AB91CE-7D2D-D9EB-FFA9-87483EB17977}"/>
          </ac:graphicFrameMkLst>
        </pc:graphicFrameChg>
        <pc:graphicFrameChg chg="del">
          <ac:chgData name="Geraline Cole" userId="S::coleg@tcd.ie::cf630aea-ead4-472b-8c83-6ef7a555b874" providerId="AD" clId="Web-{72409691-9D9B-9D62-9BE5-0378970496BB}" dt="2026-09-08T08:54:36.367" v="2700"/>
          <ac:graphicFrameMkLst>
            <pc:docMk/>
            <pc:sldMk cId="3292497941" sldId="299"/>
            <ac:graphicFrameMk id="12" creationId="{7C3D8048-6781-63DB-29FD-CA31BD15D60A}"/>
          </ac:graphicFrameMkLst>
        </pc:graphicFrameChg>
      </pc:sldChg>
    </pc:docChg>
  </pc:docChgLst>
  <pc:docChgLst>
    <pc:chgData name="Timothy Savage" userId="06846f5e-2eed-4afd-bf5b-8c6c94baaeb1" providerId="ADAL" clId="{EC9AB4F9-5F1E-42C6-AC91-70B4C04EF55B}"/>
    <pc:docChg chg="undo custSel addSld modSld">
      <pc:chgData name="Timothy Savage" userId="06846f5e-2eed-4afd-bf5b-8c6c94baaeb1" providerId="ADAL" clId="{EC9AB4F9-5F1E-42C6-AC91-70B4C04EF55B}" dt="2026-09-08T07:12:20.644" v="421" actId="113"/>
      <pc:docMkLst>
        <pc:docMk/>
      </pc:docMkLst>
      <pc:sldChg chg="modSp mod">
        <pc:chgData name="Timothy Savage" userId="06846f5e-2eed-4afd-bf5b-8c6c94baaeb1" providerId="ADAL" clId="{EC9AB4F9-5F1E-42C6-AC91-70B4C04EF55B}" dt="2026-09-02T09:27:27.995" v="21" actId="20577"/>
        <pc:sldMkLst>
          <pc:docMk/>
          <pc:sldMk cId="1772792053" sldId="256"/>
        </pc:sldMkLst>
        <pc:spChg chg="mod">
          <ac:chgData name="Timothy Savage" userId="06846f5e-2eed-4afd-bf5b-8c6c94baaeb1" providerId="ADAL" clId="{EC9AB4F9-5F1E-42C6-AC91-70B4C04EF55B}" dt="2026-09-02T09:26:44.160" v="3" actId="20577"/>
          <ac:spMkLst>
            <pc:docMk/>
            <pc:sldMk cId="1772792053" sldId="256"/>
            <ac:spMk id="2" creationId="{00000000-0000-0000-0000-000000000000}"/>
          </ac:spMkLst>
        </pc:spChg>
        <pc:spChg chg="mod">
          <ac:chgData name="Timothy Savage" userId="06846f5e-2eed-4afd-bf5b-8c6c94baaeb1" providerId="ADAL" clId="{EC9AB4F9-5F1E-42C6-AC91-70B4C04EF55B}" dt="2026-09-02T09:27:27.995" v="21" actId="20577"/>
          <ac:spMkLst>
            <pc:docMk/>
            <pc:sldMk cId="1772792053" sldId="256"/>
            <ac:spMk id="6" creationId="{00000000-0000-0000-0000-000000000000}"/>
          </ac:spMkLst>
        </pc:spChg>
      </pc:sldChg>
      <pc:sldChg chg="modSp mod">
        <pc:chgData name="Timothy Savage" userId="06846f5e-2eed-4afd-bf5b-8c6c94baaeb1" providerId="ADAL" clId="{EC9AB4F9-5F1E-42C6-AC91-70B4C04EF55B}" dt="2026-09-02T09:28:09.299" v="29" actId="20577"/>
        <pc:sldMkLst>
          <pc:docMk/>
          <pc:sldMk cId="1105874317" sldId="264"/>
        </pc:sldMkLst>
        <pc:spChg chg="mod">
          <ac:chgData name="Timothy Savage" userId="06846f5e-2eed-4afd-bf5b-8c6c94baaeb1" providerId="ADAL" clId="{EC9AB4F9-5F1E-42C6-AC91-70B4C04EF55B}" dt="2026-09-02T09:28:09.299" v="29" actId="20577"/>
          <ac:spMkLst>
            <pc:docMk/>
            <pc:sldMk cId="1105874317" sldId="264"/>
            <ac:spMk id="3" creationId="{00000000-0000-0000-0000-000000000000}"/>
          </ac:spMkLst>
        </pc:spChg>
      </pc:sldChg>
      <pc:sldChg chg="modSp mod">
        <pc:chgData name="Timothy Savage" userId="06846f5e-2eed-4afd-bf5b-8c6c94baaeb1" providerId="ADAL" clId="{EC9AB4F9-5F1E-42C6-AC91-70B4C04EF55B}" dt="2026-09-08T07:11:43.328" v="420" actId="6549"/>
        <pc:sldMkLst>
          <pc:docMk/>
          <pc:sldMk cId="1683934267" sldId="265"/>
        </pc:sldMkLst>
        <pc:spChg chg="mod">
          <ac:chgData name="Timothy Savage" userId="06846f5e-2eed-4afd-bf5b-8c6c94baaeb1" providerId="ADAL" clId="{EC9AB4F9-5F1E-42C6-AC91-70B4C04EF55B}" dt="2026-09-08T07:11:43.328" v="420" actId="6549"/>
          <ac:spMkLst>
            <pc:docMk/>
            <pc:sldMk cId="1683934267" sldId="265"/>
            <ac:spMk id="3" creationId="{00000000-0000-0000-0000-000000000000}"/>
          </ac:spMkLst>
        </pc:spChg>
      </pc:sldChg>
      <pc:sldChg chg="modSp mod">
        <pc:chgData name="Timothy Savage" userId="06846f5e-2eed-4afd-bf5b-8c6c94baaeb1" providerId="ADAL" clId="{EC9AB4F9-5F1E-42C6-AC91-70B4C04EF55B}" dt="2026-09-02T09:59:35.241" v="79" actId="20577"/>
        <pc:sldMkLst>
          <pc:docMk/>
          <pc:sldMk cId="841711344" sldId="273"/>
        </pc:sldMkLst>
        <pc:spChg chg="mod">
          <ac:chgData name="Timothy Savage" userId="06846f5e-2eed-4afd-bf5b-8c6c94baaeb1" providerId="ADAL" clId="{EC9AB4F9-5F1E-42C6-AC91-70B4C04EF55B}" dt="2026-09-02T09:59:35.241" v="79" actId="20577"/>
          <ac:spMkLst>
            <pc:docMk/>
            <pc:sldMk cId="841711344" sldId="273"/>
            <ac:spMk id="17" creationId="{00000000-0000-0000-0000-000000000000}"/>
          </ac:spMkLst>
        </pc:spChg>
      </pc:sldChg>
      <pc:sldChg chg="modSp mod">
        <pc:chgData name="Timothy Savage" userId="06846f5e-2eed-4afd-bf5b-8c6c94baaeb1" providerId="ADAL" clId="{EC9AB4F9-5F1E-42C6-AC91-70B4C04EF55B}" dt="2026-09-02T09:27:56.744" v="27" actId="20577"/>
        <pc:sldMkLst>
          <pc:docMk/>
          <pc:sldMk cId="3222276625" sldId="285"/>
        </pc:sldMkLst>
        <pc:spChg chg="mod">
          <ac:chgData name="Timothy Savage" userId="06846f5e-2eed-4afd-bf5b-8c6c94baaeb1" providerId="ADAL" clId="{EC9AB4F9-5F1E-42C6-AC91-70B4C04EF55B}" dt="2026-09-02T09:27:46.754" v="24" actId="20577"/>
          <ac:spMkLst>
            <pc:docMk/>
            <pc:sldMk cId="3222276625" sldId="285"/>
            <ac:spMk id="2" creationId="{E9BAF757-ACBA-DAEE-4FAF-70E11109E034}"/>
          </ac:spMkLst>
        </pc:spChg>
        <pc:spChg chg="mod">
          <ac:chgData name="Timothy Savage" userId="06846f5e-2eed-4afd-bf5b-8c6c94baaeb1" providerId="ADAL" clId="{EC9AB4F9-5F1E-42C6-AC91-70B4C04EF55B}" dt="2026-09-02T09:27:56.744" v="27" actId="20577"/>
          <ac:spMkLst>
            <pc:docMk/>
            <pc:sldMk cId="3222276625" sldId="285"/>
            <ac:spMk id="3" creationId="{CB9939B9-1032-36B4-B381-4335B443DAD8}"/>
          </ac:spMkLst>
        </pc:spChg>
      </pc:sldChg>
      <pc:sldChg chg="modSp new mod">
        <pc:chgData name="Timothy Savage" userId="06846f5e-2eed-4afd-bf5b-8c6c94baaeb1" providerId="ADAL" clId="{EC9AB4F9-5F1E-42C6-AC91-70B4C04EF55B}" dt="2026-09-08T07:12:20.644" v="421" actId="113"/>
        <pc:sldMkLst>
          <pc:docMk/>
          <pc:sldMk cId="2444523556" sldId="291"/>
        </pc:sldMkLst>
        <pc:spChg chg="mod">
          <ac:chgData name="Timothy Savage" userId="06846f5e-2eed-4afd-bf5b-8c6c94baaeb1" providerId="ADAL" clId="{EC9AB4F9-5F1E-42C6-AC91-70B4C04EF55B}" dt="2026-09-04T09:43:53.391" v="117" actId="20577"/>
          <ac:spMkLst>
            <pc:docMk/>
            <pc:sldMk cId="2444523556" sldId="291"/>
            <ac:spMk id="2" creationId="{6DC0B118-1D8C-D4D8-E4F9-9CAEB9E8BC32}"/>
          </ac:spMkLst>
        </pc:spChg>
        <pc:spChg chg="mod">
          <ac:chgData name="Timothy Savage" userId="06846f5e-2eed-4afd-bf5b-8c6c94baaeb1" providerId="ADAL" clId="{EC9AB4F9-5F1E-42C6-AC91-70B4C04EF55B}" dt="2026-09-08T07:12:20.644" v="421" actId="113"/>
          <ac:spMkLst>
            <pc:docMk/>
            <pc:sldMk cId="2444523556" sldId="291"/>
            <ac:spMk id="3" creationId="{C1A9F1B9-CF01-71BC-6FE5-D3C7A47A36E6}"/>
          </ac:spMkLst>
        </pc:spChg>
      </pc:sldChg>
      <pc:sldChg chg="addSp delSp modSp new mod">
        <pc:chgData name="Timothy Savage" userId="06846f5e-2eed-4afd-bf5b-8c6c94baaeb1" providerId="ADAL" clId="{EC9AB4F9-5F1E-42C6-AC91-70B4C04EF55B}" dt="2026-09-04T09:50:25.827" v="357" actId="1076"/>
        <pc:sldMkLst>
          <pc:docMk/>
          <pc:sldMk cId="1220190891" sldId="292"/>
        </pc:sldMkLst>
        <pc:spChg chg="mod">
          <ac:chgData name="Timothy Savage" userId="06846f5e-2eed-4afd-bf5b-8c6c94baaeb1" providerId="ADAL" clId="{EC9AB4F9-5F1E-42C6-AC91-70B4C04EF55B}" dt="2026-09-04T09:49:13.058" v="258" actId="20577"/>
          <ac:spMkLst>
            <pc:docMk/>
            <pc:sldMk cId="1220190891" sldId="292"/>
            <ac:spMk id="2" creationId="{8BD5DBEB-DD72-F53D-A4E1-38988773F428}"/>
          </ac:spMkLst>
        </pc:spChg>
        <pc:spChg chg="mod">
          <ac:chgData name="Timothy Savage" userId="06846f5e-2eed-4afd-bf5b-8c6c94baaeb1" providerId="ADAL" clId="{EC9AB4F9-5F1E-42C6-AC91-70B4C04EF55B}" dt="2026-09-04T09:46:25.369" v="140" actId="255"/>
          <ac:spMkLst>
            <pc:docMk/>
            <pc:sldMk cId="1220190891" sldId="292"/>
            <ac:spMk id="4" creationId="{A6C471EB-461C-F6ED-8F42-A1E667E2A4EE}"/>
          </ac:spMkLst>
        </pc:spChg>
        <pc:spChg chg="mod">
          <ac:chgData name="Timothy Savage" userId="06846f5e-2eed-4afd-bf5b-8c6c94baaeb1" providerId="ADAL" clId="{EC9AB4F9-5F1E-42C6-AC91-70B4C04EF55B}" dt="2026-09-04T09:46:25.369" v="140" actId="255"/>
          <ac:spMkLst>
            <pc:docMk/>
            <pc:sldMk cId="1220190891" sldId="292"/>
            <ac:spMk id="5" creationId="{F1A4DFFC-7A00-C74B-B596-3F37141C0DB9}"/>
          </ac:spMkLst>
        </pc:spChg>
        <pc:spChg chg="add mod">
          <ac:chgData name="Timothy Savage" userId="06846f5e-2eed-4afd-bf5b-8c6c94baaeb1" providerId="ADAL" clId="{EC9AB4F9-5F1E-42C6-AC91-70B4C04EF55B}" dt="2026-09-04T09:50:25.827" v="357" actId="1076"/>
          <ac:spMkLst>
            <pc:docMk/>
            <pc:sldMk cId="1220190891" sldId="292"/>
            <ac:spMk id="11" creationId="{D361AF80-75A8-50C5-75CD-E5429308BD08}"/>
          </ac:spMkLst>
        </pc:spChg>
        <pc:graphicFrameChg chg="add mod modGraphic">
          <ac:chgData name="Timothy Savage" userId="06846f5e-2eed-4afd-bf5b-8c6c94baaeb1" providerId="ADAL" clId="{EC9AB4F9-5F1E-42C6-AC91-70B4C04EF55B}" dt="2026-09-04T09:49:40.128" v="262" actId="122"/>
          <ac:graphicFrameMkLst>
            <pc:docMk/>
            <pc:sldMk cId="1220190891" sldId="292"/>
            <ac:graphicFrameMk id="10" creationId="{A49353FD-DD7F-3013-49F2-514A370772B8}"/>
          </ac:graphicFrameMkLst>
        </pc:graphicFrameChg>
      </pc:sldChg>
      <pc:sldChg chg="modSp new mod">
        <pc:chgData name="Timothy Savage" userId="06846f5e-2eed-4afd-bf5b-8c6c94baaeb1" providerId="ADAL" clId="{EC9AB4F9-5F1E-42C6-AC91-70B4C04EF55B}" dt="2026-09-04T09:52:51.557" v="400" actId="12"/>
        <pc:sldMkLst>
          <pc:docMk/>
          <pc:sldMk cId="2078886422" sldId="293"/>
        </pc:sldMkLst>
        <pc:spChg chg="mod">
          <ac:chgData name="Timothy Savage" userId="06846f5e-2eed-4afd-bf5b-8c6c94baaeb1" providerId="ADAL" clId="{EC9AB4F9-5F1E-42C6-AC91-70B4C04EF55B}" dt="2026-09-04T09:51:47.675" v="391" actId="20577"/>
          <ac:spMkLst>
            <pc:docMk/>
            <pc:sldMk cId="2078886422" sldId="293"/>
            <ac:spMk id="2" creationId="{6EBDF6B8-8387-7B16-7043-CBA113340441}"/>
          </ac:spMkLst>
        </pc:spChg>
        <pc:spChg chg="mod">
          <ac:chgData name="Timothy Savage" userId="06846f5e-2eed-4afd-bf5b-8c6c94baaeb1" providerId="ADAL" clId="{EC9AB4F9-5F1E-42C6-AC91-70B4C04EF55B}" dt="2026-09-04T09:52:51.557" v="400" actId="12"/>
          <ac:spMkLst>
            <pc:docMk/>
            <pc:sldMk cId="2078886422" sldId="293"/>
            <ac:spMk id="3" creationId="{0796A0B5-7785-A0C3-EEAA-8A3786A04F5B}"/>
          </ac:spMkLst>
        </pc:spChg>
      </pc:sldChg>
    </pc:docChg>
  </pc:docChgLst>
  <pc:docChgLst>
    <pc:chgData name="Geraline Cole" userId="S::coleg@tcd.ie::cf630aea-ead4-472b-8c83-6ef7a555b874" providerId="AD" clId="Web-{5F32F3B2-734C-EDCF-3BE7-40A92AA8E718}"/>
    <pc:docChg chg="addSld modSld">
      <pc:chgData name="Geraline Cole" userId="S::coleg@tcd.ie::cf630aea-ead4-472b-8c83-6ef7a555b874" providerId="AD" clId="Web-{5F32F3B2-734C-EDCF-3BE7-40A92AA8E718}" dt="2026-09-07T12:48:25.835" v="64"/>
      <pc:docMkLst>
        <pc:docMk/>
      </pc:docMkLst>
      <pc:sldChg chg="addSp delSp modSp">
        <pc:chgData name="Geraline Cole" userId="S::coleg@tcd.ie::cf630aea-ead4-472b-8c83-6ef7a555b874" providerId="AD" clId="Web-{5F32F3B2-734C-EDCF-3BE7-40A92AA8E718}" dt="2026-09-07T12:44:23.683" v="60" actId="20577"/>
        <pc:sldMkLst>
          <pc:docMk/>
          <pc:sldMk cId="3023508613" sldId="268"/>
        </pc:sldMkLst>
        <pc:spChg chg="mod">
          <ac:chgData name="Geraline Cole" userId="S::coleg@tcd.ie::cf630aea-ead4-472b-8c83-6ef7a555b874" providerId="AD" clId="Web-{5F32F3B2-734C-EDCF-3BE7-40A92AA8E718}" dt="2026-09-07T12:44:23.683" v="60" actId="20577"/>
          <ac:spMkLst>
            <pc:docMk/>
            <pc:sldMk cId="3023508613" sldId="268"/>
            <ac:spMk id="3" creationId="{00000000-0000-0000-0000-000000000000}"/>
          </ac:spMkLst>
        </pc:spChg>
        <pc:spChg chg="add del mod">
          <ac:chgData name="Geraline Cole" userId="S::coleg@tcd.ie::cf630aea-ead4-472b-8c83-6ef7a555b874" providerId="AD" clId="Web-{5F32F3B2-734C-EDCF-3BE7-40A92AA8E718}" dt="2026-09-07T12:41:46.726" v="34"/>
          <ac:spMkLst>
            <pc:docMk/>
            <pc:sldMk cId="3023508613" sldId="268"/>
            <ac:spMk id="7" creationId="{573DF8C5-541E-A660-2509-A9464EC2DF9A}"/>
          </ac:spMkLst>
        </pc:spChg>
        <pc:spChg chg="del">
          <ac:chgData name="Geraline Cole" userId="S::coleg@tcd.ie::cf630aea-ead4-472b-8c83-6ef7a555b874" providerId="AD" clId="Web-{5F32F3B2-734C-EDCF-3BE7-40A92AA8E718}" dt="2026-09-07T12:41:37.882" v="32"/>
          <ac:spMkLst>
            <pc:docMk/>
            <pc:sldMk cId="3023508613" sldId="268"/>
            <ac:spMk id="11" creationId="{73CAE586-D287-45BE-B1D2-7C33C0A85644}"/>
          </ac:spMkLst>
        </pc:spChg>
        <pc:spChg chg="mod">
          <ac:chgData name="Geraline Cole" userId="S::coleg@tcd.ie::cf630aea-ead4-472b-8c83-6ef7a555b874" providerId="AD" clId="Web-{5F32F3B2-734C-EDCF-3BE7-40A92AA8E718}" dt="2026-09-07T12:24:57.007" v="30" actId="20577"/>
          <ac:spMkLst>
            <pc:docMk/>
            <pc:sldMk cId="3023508613" sldId="268"/>
            <ac:spMk id="15" creationId="{42943DB8-1913-4CE8-9E23-4CFD01899B25}"/>
          </ac:spMkLst>
        </pc:spChg>
        <pc:picChg chg="del">
          <ac:chgData name="Geraline Cole" userId="S::coleg@tcd.ie::cf630aea-ead4-472b-8c83-6ef7a555b874" providerId="AD" clId="Web-{5F32F3B2-734C-EDCF-3BE7-40A92AA8E718}" dt="2026-09-07T12:41:43.664" v="33"/>
          <ac:picMkLst>
            <pc:docMk/>
            <pc:sldMk cId="3023508613" sldId="268"/>
            <ac:picMk id="6" creationId="{FE64D321-32C4-4623-9601-4CBE6B491B59}"/>
          </ac:picMkLst>
        </pc:picChg>
        <pc:picChg chg="add mod">
          <ac:chgData name="Geraline Cole" userId="S::coleg@tcd.ie::cf630aea-ead4-472b-8c83-6ef7a555b874" providerId="AD" clId="Web-{5F32F3B2-734C-EDCF-3BE7-40A92AA8E718}" dt="2026-09-07T12:42:10.150" v="39" actId="1076"/>
          <ac:picMkLst>
            <pc:docMk/>
            <pc:sldMk cId="3023508613" sldId="268"/>
            <ac:picMk id="8" creationId="{483504C3-1F1B-B2E3-CD0E-66AD41191460}"/>
          </ac:picMkLst>
        </pc:picChg>
        <pc:picChg chg="del">
          <ac:chgData name="Geraline Cole" userId="S::coleg@tcd.ie::cf630aea-ead4-472b-8c83-6ef7a555b874" providerId="AD" clId="Web-{5F32F3B2-734C-EDCF-3BE7-40A92AA8E718}" dt="2026-09-07T12:41:31.960" v="31"/>
          <ac:picMkLst>
            <pc:docMk/>
            <pc:sldMk cId="3023508613" sldId="268"/>
            <ac:picMk id="9" creationId="{746A5F69-6175-D3E7-09C0-09B8BCF74530}"/>
          </ac:picMkLst>
        </pc:picChg>
      </pc:sldChg>
      <pc:sldChg chg="modSp">
        <pc:chgData name="Geraline Cole" userId="S::coleg@tcd.ie::cf630aea-ead4-472b-8c83-6ef7a555b874" providerId="AD" clId="Web-{5F32F3B2-734C-EDCF-3BE7-40A92AA8E718}" dt="2026-09-07T11:23:14.400" v="2" actId="20577"/>
        <pc:sldMkLst>
          <pc:docMk/>
          <pc:sldMk cId="3818844965" sldId="277"/>
        </pc:sldMkLst>
        <pc:graphicFrameChg chg="modGraphic">
          <ac:chgData name="Geraline Cole" userId="S::coleg@tcd.ie::cf630aea-ead4-472b-8c83-6ef7a555b874" providerId="AD" clId="Web-{5F32F3B2-734C-EDCF-3BE7-40A92AA8E718}" dt="2026-09-07T11:23:14.400" v="2" actId="20577"/>
          <ac:graphicFrameMkLst>
            <pc:docMk/>
            <pc:sldMk cId="3818844965" sldId="277"/>
            <ac:graphicFrameMk id="3" creationId="{8E1E318A-4550-5078-7A17-5107979B384E}"/>
          </ac:graphicFrameMkLst>
        </pc:graphicFrameChg>
      </pc:sldChg>
      <pc:sldChg chg="addSp delSp modSp">
        <pc:chgData name="Geraline Cole" userId="S::coleg@tcd.ie::cf630aea-ead4-472b-8c83-6ef7a555b874" providerId="AD" clId="Web-{5F32F3B2-734C-EDCF-3BE7-40A92AA8E718}" dt="2026-09-07T12:22:58.061" v="18" actId="1076"/>
        <pc:sldMkLst>
          <pc:docMk/>
          <pc:sldMk cId="621217698" sldId="281"/>
        </pc:sldMkLst>
        <pc:picChg chg="add del mod">
          <ac:chgData name="Geraline Cole" userId="S::coleg@tcd.ie::cf630aea-ead4-472b-8c83-6ef7a555b874" providerId="AD" clId="Web-{5F32F3B2-734C-EDCF-3BE7-40A92AA8E718}" dt="2026-09-07T12:10:20.884" v="6"/>
          <ac:picMkLst>
            <pc:docMk/>
            <pc:sldMk cId="621217698" sldId="281"/>
            <ac:picMk id="3" creationId="{6684315B-5A3B-B3D2-C206-866985D6DB8E}"/>
          </ac:picMkLst>
        </pc:picChg>
        <pc:picChg chg="add del mod">
          <ac:chgData name="Geraline Cole" userId="S::coleg@tcd.ie::cf630aea-ead4-472b-8c83-6ef7a555b874" providerId="AD" clId="Web-{5F32F3B2-734C-EDCF-3BE7-40A92AA8E718}" dt="2026-09-07T12:16:15.149" v="10"/>
          <ac:picMkLst>
            <pc:docMk/>
            <pc:sldMk cId="621217698" sldId="281"/>
            <ac:picMk id="4" creationId="{1BAF7B2E-5A70-2AB4-6F22-E6BA92C51349}"/>
          </ac:picMkLst>
        </pc:picChg>
        <pc:picChg chg="del">
          <ac:chgData name="Geraline Cole" userId="S::coleg@tcd.ie::cf630aea-ead4-472b-8c83-6ef7a555b874" providerId="AD" clId="Web-{5F32F3B2-734C-EDCF-3BE7-40A92AA8E718}" dt="2026-09-07T12:09:21.715" v="3"/>
          <ac:picMkLst>
            <pc:docMk/>
            <pc:sldMk cId="621217698" sldId="281"/>
            <ac:picMk id="4" creationId="{BDF324AC-41C6-ACB0-BD24-3E141A556FF3}"/>
          </ac:picMkLst>
        </pc:picChg>
        <pc:picChg chg="add del mod">
          <ac:chgData name="Geraline Cole" userId="S::coleg@tcd.ie::cf630aea-ead4-472b-8c83-6ef7a555b874" providerId="AD" clId="Web-{5F32F3B2-734C-EDCF-3BE7-40A92AA8E718}" dt="2026-09-07T12:22:42.186" v="16"/>
          <ac:picMkLst>
            <pc:docMk/>
            <pc:sldMk cId="621217698" sldId="281"/>
            <ac:picMk id="6" creationId="{8779EC17-B598-F432-C7D4-7DAE1761EEF3}"/>
          </ac:picMkLst>
        </pc:picChg>
        <pc:picChg chg="add mod">
          <ac:chgData name="Geraline Cole" userId="S::coleg@tcd.ie::cf630aea-ead4-472b-8c83-6ef7a555b874" providerId="AD" clId="Web-{5F32F3B2-734C-EDCF-3BE7-40A92AA8E718}" dt="2026-09-07T12:22:58.061" v="18" actId="1076"/>
          <ac:picMkLst>
            <pc:docMk/>
            <pc:sldMk cId="621217698" sldId="281"/>
            <ac:picMk id="7" creationId="{77A3E0F6-A0B4-A248-C817-B253F172846C}"/>
          </ac:picMkLst>
        </pc:picChg>
      </pc:sldChg>
      <pc:sldChg chg="delSp">
        <pc:chgData name="Geraline Cole" userId="S::coleg@tcd.ie::cf630aea-ead4-472b-8c83-6ef7a555b874" providerId="AD" clId="Web-{5F32F3B2-734C-EDCF-3BE7-40A92AA8E718}" dt="2026-09-07T12:23:21.579" v="24"/>
        <pc:sldMkLst>
          <pc:docMk/>
          <pc:sldMk cId="3061368793" sldId="288"/>
        </pc:sldMkLst>
        <pc:picChg chg="del">
          <ac:chgData name="Geraline Cole" userId="S::coleg@tcd.ie::cf630aea-ead4-472b-8c83-6ef7a555b874" providerId="AD" clId="Web-{5F32F3B2-734C-EDCF-3BE7-40A92AA8E718}" dt="2026-09-07T12:23:18.094" v="20"/>
          <ac:picMkLst>
            <pc:docMk/>
            <pc:sldMk cId="3061368793" sldId="288"/>
            <ac:picMk id="13" creationId="{8AA7DBB4-EF18-04DB-0073-D3EC2A53B34C}"/>
          </ac:picMkLst>
        </pc:picChg>
        <pc:picChg chg="del">
          <ac:chgData name="Geraline Cole" userId="S::coleg@tcd.ie::cf630aea-ead4-472b-8c83-6ef7a555b874" providerId="AD" clId="Web-{5F32F3B2-734C-EDCF-3BE7-40A92AA8E718}" dt="2026-09-07T12:23:21.579" v="24"/>
          <ac:picMkLst>
            <pc:docMk/>
            <pc:sldMk cId="3061368793" sldId="288"/>
            <ac:picMk id="14" creationId="{20A15890-1BF0-13CF-DA66-E065C1E03FEF}"/>
          </ac:picMkLst>
        </pc:picChg>
        <pc:picChg chg="del">
          <ac:chgData name="Geraline Cole" userId="S::coleg@tcd.ie::cf630aea-ead4-472b-8c83-6ef7a555b874" providerId="AD" clId="Web-{5F32F3B2-734C-EDCF-3BE7-40A92AA8E718}" dt="2026-09-07T12:23:19.391" v="22"/>
          <ac:picMkLst>
            <pc:docMk/>
            <pc:sldMk cId="3061368793" sldId="288"/>
            <ac:picMk id="1026" creationId="{42CD849B-317A-6423-1B3C-7D5FAA4E8218}"/>
          </ac:picMkLst>
        </pc:picChg>
        <pc:picChg chg="del">
          <ac:chgData name="Geraline Cole" userId="S::coleg@tcd.ie::cf630aea-ead4-472b-8c83-6ef7a555b874" providerId="AD" clId="Web-{5F32F3B2-734C-EDCF-3BE7-40A92AA8E718}" dt="2026-09-07T12:23:21.047" v="23"/>
          <ac:picMkLst>
            <pc:docMk/>
            <pc:sldMk cId="3061368793" sldId="288"/>
            <ac:picMk id="1028" creationId="{7CEA0A76-E85A-B63C-E357-CD011A88624C}"/>
          </ac:picMkLst>
        </pc:picChg>
        <pc:picChg chg="del">
          <ac:chgData name="Geraline Cole" userId="S::coleg@tcd.ie::cf630aea-ead4-472b-8c83-6ef7a555b874" providerId="AD" clId="Web-{5F32F3B2-734C-EDCF-3BE7-40A92AA8E718}" dt="2026-09-07T12:23:18.860" v="21"/>
          <ac:picMkLst>
            <pc:docMk/>
            <pc:sldMk cId="3061368793" sldId="288"/>
            <ac:picMk id="1030" creationId="{7610657F-B3A6-E1EC-DFF0-A93A2047AB78}"/>
          </ac:picMkLst>
        </pc:picChg>
        <pc:picChg chg="del">
          <ac:chgData name="Geraline Cole" userId="S::coleg@tcd.ie::cf630aea-ead4-472b-8c83-6ef7a555b874" providerId="AD" clId="Web-{5F32F3B2-734C-EDCF-3BE7-40A92AA8E718}" dt="2026-09-07T12:23:17.016" v="19"/>
          <ac:picMkLst>
            <pc:docMk/>
            <pc:sldMk cId="3061368793" sldId="288"/>
            <ac:picMk id="1032" creationId="{2FD8205B-08A0-DF2A-9E9F-38574E5C20C2}"/>
          </ac:picMkLst>
        </pc:picChg>
      </pc:sldChg>
      <pc:sldChg chg="delSp">
        <pc:chgData name="Geraline Cole" userId="S::coleg@tcd.ie::cf630aea-ead4-472b-8c83-6ef7a555b874" providerId="AD" clId="Web-{5F32F3B2-734C-EDCF-3BE7-40A92AA8E718}" dt="2026-09-07T12:44:46.202" v="62"/>
        <pc:sldMkLst>
          <pc:docMk/>
          <pc:sldMk cId="3696227633" sldId="289"/>
        </pc:sldMkLst>
        <pc:spChg chg="del">
          <ac:chgData name="Geraline Cole" userId="S::coleg@tcd.ie::cf630aea-ead4-472b-8c83-6ef7a555b874" providerId="AD" clId="Web-{5F32F3B2-734C-EDCF-3BE7-40A92AA8E718}" dt="2026-09-07T12:44:46.202" v="62"/>
          <ac:spMkLst>
            <pc:docMk/>
            <pc:sldMk cId="3696227633" sldId="289"/>
            <ac:spMk id="7" creationId="{13978811-DAC5-FE71-8085-1F10AC64913A}"/>
          </ac:spMkLst>
        </pc:spChg>
        <pc:picChg chg="del">
          <ac:chgData name="Geraline Cole" userId="S::coleg@tcd.ie::cf630aea-ead4-472b-8c83-6ef7a555b874" providerId="AD" clId="Web-{5F32F3B2-734C-EDCF-3BE7-40A92AA8E718}" dt="2026-09-07T12:44:37.748" v="61"/>
          <ac:picMkLst>
            <pc:docMk/>
            <pc:sldMk cId="3696227633" sldId="289"/>
            <ac:picMk id="4" creationId="{81E86F1C-90BD-544F-AC0F-222F9C980E17}"/>
          </ac:picMkLst>
        </pc:picChg>
      </pc:sldChg>
      <pc:sldChg chg="delSp add replId">
        <pc:chgData name="Geraline Cole" userId="S::coleg@tcd.ie::cf630aea-ead4-472b-8c83-6ef7a555b874" providerId="AD" clId="Web-{5F32F3B2-734C-EDCF-3BE7-40A92AA8E718}" dt="2026-09-07T12:48:25.835" v="64"/>
        <pc:sldMkLst>
          <pc:docMk/>
          <pc:sldMk cId="3814085998" sldId="294"/>
        </pc:sldMkLst>
        <pc:graphicFrameChg chg="del">
          <ac:chgData name="Geraline Cole" userId="S::coleg@tcd.ie::cf630aea-ead4-472b-8c83-6ef7a555b874" providerId="AD" clId="Web-{5F32F3B2-734C-EDCF-3BE7-40A92AA8E718}" dt="2026-09-07T12:48:25.835" v="64"/>
          <ac:graphicFrameMkLst>
            <pc:docMk/>
            <pc:sldMk cId="3814085998" sldId="294"/>
            <ac:graphicFrameMk id="3" creationId="{6D65DCD5-1E75-3D9D-11CA-13C70783EC3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 y="746125"/>
            <a:ext cx="6629400" cy="3730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87971" y="4724956"/>
            <a:ext cx="4908331" cy="447627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p:cNvSpPr>
          <p:nvPr>
            <p:ph type="sldNum" sz="quarter" idx="5"/>
          </p:nvPr>
        </p:nvSpPr>
        <p:spPr>
          <a:xfrm>
            <a:off x="6022876" y="9449911"/>
            <a:ext cx="835124" cy="497364"/>
          </a:xfrm>
          <a:prstGeom prst="rect">
            <a:avLst/>
          </a:prstGeom>
        </p:spPr>
        <p:txBody>
          <a:bodyPr vert="horz" lIns="91440" tIns="45720" rIns="91440" bIns="45720" rtlCol="0" anchor="b"/>
          <a:lstStyle>
            <a:lvl1pPr algn="r">
              <a:defRPr sz="1200">
                <a:latin typeface="+mn-lt"/>
                <a:cs typeface="Arial" panose="020B0604020202020204" pitchFamily="34" charset="0"/>
              </a:defRPr>
            </a:lvl1pPr>
          </a:lstStyle>
          <a:p>
            <a:fld id="{49DD4D23-C98A-435E-AE88-9061F8349B02}" type="slidenum">
              <a:rPr lang="en-GB" smtClean="0"/>
              <a:pPr/>
              <a:t>‹#›</a:t>
            </a:fld>
            <a:endParaRPr lang="en-GB"/>
          </a:p>
        </p:txBody>
      </p:sp>
    </p:spTree>
    <p:extLst>
      <p:ext uri="{BB962C8B-B14F-4D97-AF65-F5344CB8AC3E}">
        <p14:creationId xmlns:p14="http://schemas.microsoft.com/office/powerpoint/2010/main" val="610033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Arial" panose="020B0604020202020204" pitchFamily="34" charset="0"/>
      </a:defRPr>
    </a:lvl1pPr>
    <a:lvl2pPr marL="457200" algn="l" defTabSz="914400" rtl="0" eaLnBrk="1" latinLnBrk="0" hangingPunct="1">
      <a:defRPr sz="1200" kern="1200">
        <a:solidFill>
          <a:schemeClr val="tx1"/>
        </a:solidFill>
        <a:latin typeface="+mn-lt"/>
        <a:ea typeface="+mn-ea"/>
        <a:cs typeface="Arial" panose="020B0604020202020204" pitchFamily="34" charset="0"/>
      </a:defRPr>
    </a:lvl2pPr>
    <a:lvl3pPr marL="914400" algn="l" defTabSz="914400" rtl="0" eaLnBrk="1" latinLnBrk="0" hangingPunct="1">
      <a:defRPr sz="1200" kern="1200">
        <a:solidFill>
          <a:schemeClr val="tx1"/>
        </a:solidFill>
        <a:latin typeface="+mn-lt"/>
        <a:ea typeface="+mn-ea"/>
        <a:cs typeface="Arial" panose="020B0604020202020204" pitchFamily="34" charset="0"/>
      </a:defRPr>
    </a:lvl3pPr>
    <a:lvl4pPr marL="1371600" algn="l" defTabSz="914400" rtl="0" eaLnBrk="1" latinLnBrk="0" hangingPunct="1">
      <a:defRPr sz="1200" kern="1200">
        <a:solidFill>
          <a:schemeClr val="tx1"/>
        </a:solidFill>
        <a:latin typeface="+mn-lt"/>
        <a:ea typeface="+mn-ea"/>
        <a:cs typeface="Arial" panose="020B0604020202020204" pitchFamily="34" charset="0"/>
      </a:defRPr>
    </a:lvl4pPr>
    <a:lvl5pPr marL="1828800" algn="l" defTabSz="914400" rtl="0" eaLnBrk="1" latinLnBrk="0" hangingPunct="1">
      <a:defRPr sz="1200" kern="1200">
        <a:solidFill>
          <a:schemeClr val="tx1"/>
        </a:solidFill>
        <a:latin typeface="+mn-lt"/>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9DD4D23-C98A-435E-AE88-9061F8349B02}" type="slidenum">
              <a:rPr lang="en-GB" smtClean="0"/>
              <a:pPr/>
              <a:t>4</a:t>
            </a:fld>
            <a:endParaRPr lang="en-GB"/>
          </a:p>
        </p:txBody>
      </p:sp>
    </p:spTree>
    <p:extLst>
      <p:ext uri="{BB962C8B-B14F-4D97-AF65-F5344CB8AC3E}">
        <p14:creationId xmlns:p14="http://schemas.microsoft.com/office/powerpoint/2010/main" val="99224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9DD4D23-C98A-435E-AE88-9061F8349B02}" type="slidenum">
              <a:rPr lang="en-GB" smtClean="0"/>
              <a:pPr/>
              <a:t>16</a:t>
            </a:fld>
            <a:endParaRPr lang="en-GB"/>
          </a:p>
        </p:txBody>
      </p:sp>
    </p:spTree>
    <p:extLst>
      <p:ext uri="{BB962C8B-B14F-4D97-AF65-F5344CB8AC3E}">
        <p14:creationId xmlns:p14="http://schemas.microsoft.com/office/powerpoint/2010/main" val="2165767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11CC1-3A21-58C0-0141-9BB5BEFFB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B2395-03FC-F467-265D-66D74AFBA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7279F-327C-0840-4278-89A7AEC10B98}"/>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0EF1D794-15E2-C2BB-DAB8-7EEF2AB91919}"/>
              </a:ext>
            </a:extLst>
          </p:cNvPr>
          <p:cNvSpPr>
            <a:spLocks noGrp="1"/>
          </p:cNvSpPr>
          <p:nvPr>
            <p:ph type="sldNum" sz="quarter" idx="5"/>
          </p:nvPr>
        </p:nvSpPr>
        <p:spPr/>
        <p:txBody>
          <a:bodyPr/>
          <a:lstStyle/>
          <a:p>
            <a:fld id="{49DD4D23-C98A-435E-AE88-9061F8349B02}" type="slidenum">
              <a:rPr lang="en-GB" smtClean="0"/>
              <a:pPr/>
              <a:t>17</a:t>
            </a:fld>
            <a:endParaRPr lang="en-GB"/>
          </a:p>
        </p:txBody>
      </p:sp>
    </p:spTree>
    <p:extLst>
      <p:ext uri="{BB962C8B-B14F-4D97-AF65-F5344CB8AC3E}">
        <p14:creationId xmlns:p14="http://schemas.microsoft.com/office/powerpoint/2010/main" val="1504699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49DD4D23-C98A-435E-AE88-9061F8349B02}" type="slidenum">
              <a:rPr lang="en-GB" smtClean="0"/>
              <a:pPr/>
              <a:t>21</a:t>
            </a:fld>
            <a:endParaRPr lang="en-GB"/>
          </a:p>
        </p:txBody>
      </p:sp>
    </p:spTree>
    <p:extLst>
      <p:ext uri="{BB962C8B-B14F-4D97-AF65-F5344CB8AC3E}">
        <p14:creationId xmlns:p14="http://schemas.microsoft.com/office/powerpoint/2010/main" val="5865019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Picture 6" descr="PPT_backgroun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5128" cy="5143500"/>
          </a:xfrm>
          <a:prstGeom prst="rect">
            <a:avLst/>
          </a:prstGeom>
        </p:spPr>
      </p:pic>
      <p:sp>
        <p:nvSpPr>
          <p:cNvPr id="2" name="Title 1"/>
          <p:cNvSpPr>
            <a:spLocks noGrp="1"/>
          </p:cNvSpPr>
          <p:nvPr>
            <p:ph type="ctrTitle"/>
          </p:nvPr>
        </p:nvSpPr>
        <p:spPr>
          <a:xfrm>
            <a:off x="828686" y="2786400"/>
            <a:ext cx="7500939" cy="416138"/>
          </a:xfrm>
        </p:spPr>
        <p:txBody>
          <a:bodyPr/>
          <a:lstStyle>
            <a:lvl1pPr algn="l">
              <a:defRPr sz="2600">
                <a:solidFill>
                  <a:schemeClr val="bg1"/>
                </a:solidFill>
              </a:defRPr>
            </a:lvl1pPr>
          </a:lstStyle>
          <a:p>
            <a:r>
              <a:rPr lang="ga-IE"/>
              <a:t>Click to edit Master title style</a:t>
            </a:r>
            <a:endParaRPr lang="en-GB"/>
          </a:p>
        </p:txBody>
      </p:sp>
      <p:sp>
        <p:nvSpPr>
          <p:cNvPr id="3" name="Subtitle 2"/>
          <p:cNvSpPr>
            <a:spLocks noGrp="1"/>
          </p:cNvSpPr>
          <p:nvPr>
            <p:ph type="subTitle" idx="1"/>
          </p:nvPr>
        </p:nvSpPr>
        <p:spPr>
          <a:xfrm>
            <a:off x="828675" y="3217050"/>
            <a:ext cx="7500938" cy="271350"/>
          </a:xfrm>
        </p:spPr>
        <p:txBody>
          <a:bodyPr/>
          <a:lstStyle>
            <a:lvl1pPr marL="0" indent="0" algn="l">
              <a:buNone/>
              <a:defRPr sz="20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ga-IE"/>
              <a:t>Click to edit Master subtitle style</a:t>
            </a:r>
            <a:endParaRPr lang="en-GB"/>
          </a:p>
        </p:txBody>
      </p:sp>
      <p:sp>
        <p:nvSpPr>
          <p:cNvPr id="11" name="Text Placeholder 10"/>
          <p:cNvSpPr>
            <a:spLocks noGrp="1"/>
          </p:cNvSpPr>
          <p:nvPr>
            <p:ph type="body" sz="quarter" idx="10"/>
          </p:nvPr>
        </p:nvSpPr>
        <p:spPr>
          <a:xfrm>
            <a:off x="828688" y="4111318"/>
            <a:ext cx="4679325" cy="734531"/>
          </a:xfrm>
        </p:spPr>
        <p:txBody>
          <a:bodyPr/>
          <a:lstStyle>
            <a:lvl1pPr>
              <a:spcBef>
                <a:spcPts val="0"/>
              </a:spcBef>
              <a:defRPr sz="1400">
                <a:solidFill>
                  <a:schemeClr val="bg1"/>
                </a:solidFill>
              </a:defRPr>
            </a:lvl1pPr>
            <a:lvl2pPr marL="0" indent="0">
              <a:spcBef>
                <a:spcPts val="0"/>
              </a:spcBef>
              <a:buNone/>
              <a:defRPr sz="1400">
                <a:solidFill>
                  <a:schemeClr val="bg1"/>
                </a:solidFill>
              </a:defRPr>
            </a:lvl2pPr>
            <a:lvl3pPr marL="0" indent="0">
              <a:spcBef>
                <a:spcPts val="567"/>
              </a:spcBef>
              <a:buNone/>
              <a:defRPr sz="1400">
                <a:solidFill>
                  <a:schemeClr val="bg1"/>
                </a:solidFill>
              </a:defRPr>
            </a:lvl3pPr>
            <a:lvl4pPr>
              <a:spcBef>
                <a:spcPts val="0"/>
              </a:spcBef>
              <a:defRPr sz="1400">
                <a:solidFill>
                  <a:schemeClr val="bg1"/>
                </a:solidFill>
              </a:defRPr>
            </a:lvl4pPr>
            <a:lvl5pPr>
              <a:spcBef>
                <a:spcPts val="0"/>
              </a:spcBef>
              <a:defRPr sz="1400">
                <a:solidFill>
                  <a:schemeClr val="bg1"/>
                </a:solidFill>
              </a:defRPr>
            </a:lvl5pPr>
          </a:lstStyle>
          <a:p>
            <a:pPr lvl="0"/>
            <a:r>
              <a:rPr lang="ga-IE"/>
              <a:t>Click to edit Master text styles</a:t>
            </a:r>
          </a:p>
          <a:p>
            <a:pPr lvl="1"/>
            <a:r>
              <a:rPr lang="ga-IE"/>
              <a:t>Second level</a:t>
            </a:r>
          </a:p>
          <a:p>
            <a:pPr lvl="2"/>
            <a:r>
              <a:rPr lang="ga-IE"/>
              <a:t>Third level</a:t>
            </a:r>
          </a:p>
        </p:txBody>
      </p:sp>
      <p:pic>
        <p:nvPicPr>
          <p:cNvPr id="10" name="Picture 9" descr="TCD_White.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477" y="381655"/>
            <a:ext cx="3039743" cy="819370"/>
          </a:xfrm>
          <a:prstGeom prst="rect">
            <a:avLst/>
          </a:prstGeom>
        </p:spPr>
      </p:pic>
    </p:spTree>
    <p:extLst>
      <p:ext uri="{BB962C8B-B14F-4D97-AF65-F5344CB8AC3E}">
        <p14:creationId xmlns:p14="http://schemas.microsoft.com/office/powerpoint/2010/main" val="3533279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Content 20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GB"/>
          </a:p>
        </p:txBody>
      </p:sp>
      <p:sp>
        <p:nvSpPr>
          <p:cNvPr id="4" name="Text Placeholder 3"/>
          <p:cNvSpPr>
            <a:spLocks noGrp="1"/>
          </p:cNvSpPr>
          <p:nvPr>
            <p:ph type="body" sz="quarter" idx="10"/>
          </p:nvPr>
        </p:nvSpPr>
        <p:spPr>
          <a:xfrm>
            <a:off x="828675" y="1302191"/>
            <a:ext cx="7500938" cy="3030141"/>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GB"/>
          </a:p>
        </p:txBody>
      </p:sp>
      <p:sp>
        <p:nvSpPr>
          <p:cNvPr id="8" name="Text Placeholder 5"/>
          <p:cNvSpPr>
            <a:spLocks noGrp="1"/>
          </p:cNvSpPr>
          <p:nvPr>
            <p:ph type="body" sz="quarter" idx="11"/>
          </p:nvPr>
        </p:nvSpPr>
        <p:spPr>
          <a:xfrm>
            <a:off x="828675" y="685806"/>
            <a:ext cx="7500938" cy="207169"/>
          </a:xfrm>
        </p:spPr>
        <p:txBody>
          <a:bodyPr/>
          <a:lstStyle>
            <a:lvl1pPr>
              <a:defRPr sz="2000" b="0">
                <a:solidFill>
                  <a:schemeClr val="tx1"/>
                </a:solidFill>
              </a:defRPr>
            </a:lvl1pPr>
          </a:lstStyle>
          <a:p>
            <a:pPr lvl="0"/>
            <a:r>
              <a:rPr lang="ga-IE"/>
              <a:t>Click to edit Master text styles</a:t>
            </a:r>
          </a:p>
        </p:txBody>
      </p:sp>
      <p:sp>
        <p:nvSpPr>
          <p:cNvPr id="6" name="Slide Number Placeholder 5">
            <a:extLst>
              <a:ext uri="{FF2B5EF4-FFF2-40B4-BE49-F238E27FC236}">
                <a16:creationId xmlns:a16="http://schemas.microsoft.com/office/drawing/2014/main" id="{5EA61A7A-40F1-0B45-8A82-94DCCA5E7412}"/>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357300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mp; 2 Column Content 20pt">
    <p:spTree>
      <p:nvGrpSpPr>
        <p:cNvPr id="1" name=""/>
        <p:cNvGrpSpPr/>
        <p:nvPr/>
      </p:nvGrpSpPr>
      <p:grpSpPr>
        <a:xfrm>
          <a:off x="0" y="0"/>
          <a:ext cx="0" cy="0"/>
          <a:chOff x="0" y="0"/>
          <a:chExt cx="0" cy="0"/>
        </a:xfrm>
      </p:grpSpPr>
      <p:sp>
        <p:nvSpPr>
          <p:cNvPr id="5" name="Rectangle 4"/>
          <p:cNvSpPr/>
          <p:nvPr userDrawn="1"/>
        </p:nvSpPr>
        <p:spPr>
          <a:xfrm>
            <a:off x="0" y="4545078"/>
            <a:ext cx="9144000" cy="597231"/>
          </a:xfrm>
          <a:prstGeom prst="rect">
            <a:avLst/>
          </a:prstGeom>
          <a:solidFill>
            <a:srgbClr val="0E73B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727075" indent="0" algn="l"/>
            <a:endParaRPr lang="en-GB" sz="1000"/>
          </a:p>
        </p:txBody>
      </p:sp>
      <p:sp>
        <p:nvSpPr>
          <p:cNvPr id="2" name="Title 1"/>
          <p:cNvSpPr>
            <a:spLocks noGrp="1"/>
          </p:cNvSpPr>
          <p:nvPr>
            <p:ph type="title"/>
          </p:nvPr>
        </p:nvSpPr>
        <p:spPr/>
        <p:txBody>
          <a:bodyPr/>
          <a:lstStyle/>
          <a:p>
            <a:r>
              <a:rPr lang="ga-IE"/>
              <a:t>Click to edit Master title style</a:t>
            </a:r>
            <a:endParaRPr lang="en-GB"/>
          </a:p>
        </p:txBody>
      </p:sp>
      <p:sp>
        <p:nvSpPr>
          <p:cNvPr id="8" name="Text Placeholder 5"/>
          <p:cNvSpPr>
            <a:spLocks noGrp="1"/>
          </p:cNvSpPr>
          <p:nvPr>
            <p:ph type="body" sz="quarter" idx="11"/>
          </p:nvPr>
        </p:nvSpPr>
        <p:spPr>
          <a:xfrm>
            <a:off x="828675" y="685806"/>
            <a:ext cx="7500938" cy="207169"/>
          </a:xfrm>
        </p:spPr>
        <p:txBody>
          <a:bodyPr/>
          <a:lstStyle>
            <a:lvl1pPr>
              <a:defRPr sz="2000" b="0">
                <a:solidFill>
                  <a:schemeClr val="tx1"/>
                </a:solidFill>
              </a:defRPr>
            </a:lvl1pPr>
          </a:lstStyle>
          <a:p>
            <a:pPr lvl="0"/>
            <a:r>
              <a:rPr lang="ga-IE"/>
              <a:t>Click to edit Master text styles</a:t>
            </a:r>
          </a:p>
        </p:txBody>
      </p:sp>
      <p:cxnSp>
        <p:nvCxnSpPr>
          <p:cNvPr id="6" name="Straight Connector 5"/>
          <p:cNvCxnSpPr/>
          <p:nvPr userDrawn="1"/>
        </p:nvCxnSpPr>
        <p:spPr>
          <a:xfrm>
            <a:off x="0" y="1078706"/>
            <a:ext cx="9144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3"/>
          <p:cNvSpPr>
            <a:spLocks noGrp="1"/>
          </p:cNvSpPr>
          <p:nvPr>
            <p:ph type="body" sz="quarter" idx="10"/>
          </p:nvPr>
        </p:nvSpPr>
        <p:spPr>
          <a:xfrm>
            <a:off x="828675" y="1302192"/>
            <a:ext cx="7500938" cy="289198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GB"/>
          </a:p>
        </p:txBody>
      </p:sp>
      <p:pic>
        <p:nvPicPr>
          <p:cNvPr id="11" name="Picture 10" descr="TCD_Whit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478" y="4642666"/>
            <a:ext cx="1585894" cy="427482"/>
          </a:xfrm>
          <a:prstGeom prst="rect">
            <a:avLst/>
          </a:prstGeom>
        </p:spPr>
      </p:pic>
      <p:sp>
        <p:nvSpPr>
          <p:cNvPr id="10" name="Slide Number Placeholder 5">
            <a:extLst>
              <a:ext uri="{FF2B5EF4-FFF2-40B4-BE49-F238E27FC236}">
                <a16:creationId xmlns:a16="http://schemas.microsoft.com/office/drawing/2014/main" id="{61145CB8-4673-6A47-9176-F0CB307373DB}"/>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4209210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amp; 2 Column Content 20p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GB"/>
          </a:p>
        </p:txBody>
      </p:sp>
      <p:sp>
        <p:nvSpPr>
          <p:cNvPr id="4" name="Text Placeholder 3"/>
          <p:cNvSpPr>
            <a:spLocks noGrp="1"/>
          </p:cNvSpPr>
          <p:nvPr>
            <p:ph type="body" sz="quarter" idx="10"/>
          </p:nvPr>
        </p:nvSpPr>
        <p:spPr>
          <a:xfrm>
            <a:off x="828676" y="1410807"/>
            <a:ext cx="3933824" cy="2372524"/>
          </a:xfrm>
        </p:spPr>
        <p:txBody>
          <a:bodyPr/>
          <a:lstStyle>
            <a:lvl1pPr marL="276225" indent="-276225">
              <a:spcBef>
                <a:spcPts val="900"/>
              </a:spcBef>
              <a:buClr>
                <a:schemeClr val="tx2"/>
              </a:buClr>
              <a:buFont typeface="Arial" panose="020B0604020202020204" pitchFamily="34" charset="0"/>
              <a:buChar char="‒"/>
              <a:defRPr sz="1600" b="0"/>
            </a:lvl1pPr>
            <a:lvl2pPr marL="625475" indent="-233363">
              <a:buFont typeface="Arial" panose="020B0604020202020204" pitchFamily="34" charset="0"/>
              <a:buChar char="•"/>
              <a:defRPr sz="1600"/>
            </a:lvl2pPr>
            <a:lvl3pPr marL="912813" indent="-222250">
              <a:defRPr sz="1600"/>
            </a:lvl3pPr>
            <a:lvl4pPr marL="1128713" indent="-190500">
              <a:defRPr sz="1600"/>
            </a:lvl4pPr>
            <a:lvl5pPr marL="1439863" indent="-185738">
              <a:defRPr sz="1600"/>
            </a:lvl5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GB"/>
          </a:p>
        </p:txBody>
      </p:sp>
      <p:sp>
        <p:nvSpPr>
          <p:cNvPr id="8" name="Text Placeholder 5"/>
          <p:cNvSpPr>
            <a:spLocks noGrp="1"/>
          </p:cNvSpPr>
          <p:nvPr>
            <p:ph type="body" sz="quarter" idx="11"/>
          </p:nvPr>
        </p:nvSpPr>
        <p:spPr>
          <a:xfrm>
            <a:off x="828675" y="685806"/>
            <a:ext cx="7500938" cy="207169"/>
          </a:xfrm>
        </p:spPr>
        <p:txBody>
          <a:bodyPr/>
          <a:lstStyle>
            <a:lvl1pPr>
              <a:defRPr sz="2000" b="0">
                <a:solidFill>
                  <a:schemeClr val="tx1"/>
                </a:solidFill>
              </a:defRPr>
            </a:lvl1pPr>
          </a:lstStyle>
          <a:p>
            <a:pPr lvl="0"/>
            <a:r>
              <a:rPr lang="ga-IE"/>
              <a:t>Click to edit Master text styles</a:t>
            </a:r>
          </a:p>
        </p:txBody>
      </p:sp>
      <p:cxnSp>
        <p:nvCxnSpPr>
          <p:cNvPr id="6" name="Straight Connector 5"/>
          <p:cNvCxnSpPr/>
          <p:nvPr userDrawn="1"/>
        </p:nvCxnSpPr>
        <p:spPr>
          <a:xfrm>
            <a:off x="0" y="1078706"/>
            <a:ext cx="9144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 Placeholder 3"/>
          <p:cNvSpPr>
            <a:spLocks noGrp="1"/>
          </p:cNvSpPr>
          <p:nvPr>
            <p:ph type="body" sz="quarter" idx="12"/>
          </p:nvPr>
        </p:nvSpPr>
        <p:spPr>
          <a:xfrm>
            <a:off x="4914901" y="1410807"/>
            <a:ext cx="3934800" cy="2372524"/>
          </a:xfrm>
        </p:spPr>
        <p:txBody>
          <a:bodyPr/>
          <a:lstStyle>
            <a:lvl1pPr marL="276225" indent="-276225">
              <a:spcBef>
                <a:spcPts val="900"/>
              </a:spcBef>
              <a:buClr>
                <a:schemeClr val="tx2"/>
              </a:buClr>
              <a:buFont typeface="Arial" panose="020B0604020202020204" pitchFamily="34" charset="0"/>
              <a:buChar char="‒"/>
              <a:defRPr sz="1600" b="0"/>
            </a:lvl1pPr>
            <a:lvl2pPr marL="625475" indent="-233363">
              <a:buFont typeface="Arial" panose="020B0604020202020204" pitchFamily="34" charset="0"/>
              <a:buChar char="•"/>
              <a:defRPr sz="1600"/>
            </a:lvl2pPr>
            <a:lvl3pPr marL="912813" indent="-222250">
              <a:defRPr sz="1600"/>
            </a:lvl3pPr>
            <a:lvl4pPr marL="1128713" indent="-190500">
              <a:defRPr sz="1600"/>
            </a:lvl4pPr>
            <a:lvl5pPr marL="1439863" indent="-185738">
              <a:defRPr sz="1600"/>
            </a:lvl5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GB"/>
          </a:p>
        </p:txBody>
      </p:sp>
      <p:sp>
        <p:nvSpPr>
          <p:cNvPr id="13" name="Rectangle 12"/>
          <p:cNvSpPr/>
          <p:nvPr userDrawn="1"/>
        </p:nvSpPr>
        <p:spPr>
          <a:xfrm>
            <a:off x="0" y="4545078"/>
            <a:ext cx="9144000" cy="597231"/>
          </a:xfrm>
          <a:prstGeom prst="rect">
            <a:avLst/>
          </a:prstGeom>
          <a:solidFill>
            <a:srgbClr val="0E73B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727075" indent="0" algn="l"/>
            <a:endParaRPr lang="en-GB" sz="1000"/>
          </a:p>
        </p:txBody>
      </p:sp>
      <p:pic>
        <p:nvPicPr>
          <p:cNvPr id="9" name="Picture 8" descr="TCD_Whit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0478" y="4642666"/>
            <a:ext cx="1585894" cy="427482"/>
          </a:xfrm>
          <a:prstGeom prst="rect">
            <a:avLst/>
          </a:prstGeom>
        </p:spPr>
      </p:pic>
      <p:sp>
        <p:nvSpPr>
          <p:cNvPr id="10" name="Slide Number Placeholder 5">
            <a:extLst>
              <a:ext uri="{FF2B5EF4-FFF2-40B4-BE49-F238E27FC236}">
                <a16:creationId xmlns:a16="http://schemas.microsoft.com/office/drawing/2014/main" id="{D8D990A1-B68F-2A49-BE34-734A4A613400}"/>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297191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Content &amp; Image">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4939200" y="1078712"/>
            <a:ext cx="4204800" cy="3807619"/>
          </a:xfrm>
          <a:solidFill>
            <a:schemeClr val="accent4"/>
          </a:solidFill>
        </p:spPr>
        <p:txBody>
          <a:bodyPr tIns="0" anchor="ctr" anchorCtr="0"/>
          <a:lstStyle>
            <a:lvl1pPr algn="ctr">
              <a:defRPr sz="1600" b="0">
                <a:solidFill>
                  <a:schemeClr val="accent3"/>
                </a:solidFill>
              </a:defRPr>
            </a:lvl1pPr>
          </a:lstStyle>
          <a:p>
            <a:r>
              <a:rPr lang="en-GB"/>
              <a:t>IMAGE</a:t>
            </a:r>
          </a:p>
        </p:txBody>
      </p:sp>
      <p:sp>
        <p:nvSpPr>
          <p:cNvPr id="2" name="Title 1"/>
          <p:cNvSpPr>
            <a:spLocks noGrp="1"/>
          </p:cNvSpPr>
          <p:nvPr>
            <p:ph type="title"/>
          </p:nvPr>
        </p:nvSpPr>
        <p:spPr/>
        <p:txBody>
          <a:bodyPr/>
          <a:lstStyle/>
          <a:p>
            <a:r>
              <a:rPr lang="ga-IE"/>
              <a:t>Click to edit Master title style</a:t>
            </a:r>
            <a:endParaRPr lang="en-GB"/>
          </a:p>
        </p:txBody>
      </p:sp>
      <p:sp>
        <p:nvSpPr>
          <p:cNvPr id="4" name="Text Placeholder 3"/>
          <p:cNvSpPr>
            <a:spLocks noGrp="1"/>
          </p:cNvSpPr>
          <p:nvPr>
            <p:ph type="body" sz="quarter" idx="10"/>
          </p:nvPr>
        </p:nvSpPr>
        <p:spPr>
          <a:xfrm>
            <a:off x="828683" y="1428750"/>
            <a:ext cx="3819525" cy="2990766"/>
          </a:xfrm>
        </p:spPr>
        <p:txBody>
          <a:bodyPr/>
          <a:lstStyle>
            <a:lvl1pPr marL="238125" indent="-238125">
              <a:spcBef>
                <a:spcPts val="850"/>
              </a:spcBef>
              <a:buClr>
                <a:schemeClr val="tx2"/>
              </a:buClr>
              <a:buFont typeface="Calibri" panose="020F0502020204030204" pitchFamily="34" charset="0"/>
              <a:buChar char="–"/>
              <a:defRPr sz="1600" b="0"/>
            </a:lvl1pPr>
            <a:lvl2pPr marL="503238" indent="-207963">
              <a:spcBef>
                <a:spcPts val="0"/>
              </a:spcBef>
              <a:spcAft>
                <a:spcPts val="567"/>
              </a:spcAft>
              <a:defRPr sz="1600" b="0"/>
            </a:lvl2pPr>
            <a:lvl3pPr>
              <a:defRPr sz="1400" b="0"/>
            </a:lvl3pPr>
            <a:lvl4pPr>
              <a:defRPr sz="1400" b="0"/>
            </a:lvl4pPr>
            <a:lvl5pPr>
              <a:defRPr sz="1400" b="0"/>
            </a:lvl5pPr>
          </a:lstStyle>
          <a:p>
            <a:pPr lvl="0"/>
            <a:r>
              <a:rPr lang="ga-IE"/>
              <a:t>Click to edit Master text styles</a:t>
            </a:r>
          </a:p>
          <a:p>
            <a:pPr lvl="1"/>
            <a:r>
              <a:rPr lang="ga-IE"/>
              <a:t>Second level</a:t>
            </a:r>
          </a:p>
        </p:txBody>
      </p:sp>
      <p:sp>
        <p:nvSpPr>
          <p:cNvPr id="6" name="Text Placeholder 5"/>
          <p:cNvSpPr>
            <a:spLocks noGrp="1"/>
          </p:cNvSpPr>
          <p:nvPr>
            <p:ph type="body" sz="quarter" idx="11"/>
          </p:nvPr>
        </p:nvSpPr>
        <p:spPr>
          <a:xfrm>
            <a:off x="828675" y="685806"/>
            <a:ext cx="7500938" cy="207169"/>
          </a:xfrm>
        </p:spPr>
        <p:txBody>
          <a:bodyPr/>
          <a:lstStyle>
            <a:lvl1pPr>
              <a:defRPr sz="2000" b="0">
                <a:solidFill>
                  <a:schemeClr val="tx1"/>
                </a:solidFill>
              </a:defRPr>
            </a:lvl1pPr>
          </a:lstStyle>
          <a:p>
            <a:pPr lvl="0"/>
            <a:r>
              <a:rPr lang="ga-IE"/>
              <a:t>Click to edit Master text styles</a:t>
            </a:r>
          </a:p>
        </p:txBody>
      </p:sp>
      <p:sp>
        <p:nvSpPr>
          <p:cNvPr id="8" name="Rectangle 7"/>
          <p:cNvSpPr/>
          <p:nvPr userDrawn="1"/>
        </p:nvSpPr>
        <p:spPr>
          <a:xfrm>
            <a:off x="0" y="4873500"/>
            <a:ext cx="9144000" cy="270000"/>
          </a:xfrm>
          <a:prstGeom prst="rect">
            <a:avLst/>
          </a:prstGeom>
          <a:solidFill>
            <a:srgbClr val="0E73B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727075" indent="0" algn="l"/>
            <a:r>
              <a:rPr lang="en-GB" sz="1000" b="1"/>
              <a:t>Trinity College Dublin, </a:t>
            </a:r>
            <a:r>
              <a:rPr lang="en-GB" sz="1000"/>
              <a:t>The University of Dublin</a:t>
            </a:r>
          </a:p>
        </p:txBody>
      </p:sp>
      <p:cxnSp>
        <p:nvCxnSpPr>
          <p:cNvPr id="7" name="Straight Connector 6"/>
          <p:cNvCxnSpPr/>
          <p:nvPr userDrawn="1"/>
        </p:nvCxnSpPr>
        <p:spPr>
          <a:xfrm>
            <a:off x="0" y="1078706"/>
            <a:ext cx="9144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DA149838-4667-8C41-A6F0-AC61A4FACE90}"/>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1282368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mp; Image">
    <p:spTree>
      <p:nvGrpSpPr>
        <p:cNvPr id="1" name=""/>
        <p:cNvGrpSpPr/>
        <p:nvPr/>
      </p:nvGrpSpPr>
      <p:grpSpPr>
        <a:xfrm>
          <a:off x="0" y="0"/>
          <a:ext cx="0" cy="0"/>
          <a:chOff x="0" y="0"/>
          <a:chExt cx="0" cy="0"/>
        </a:xfrm>
      </p:grpSpPr>
      <p:sp>
        <p:nvSpPr>
          <p:cNvPr id="5" name="Picture Placeholder 4"/>
          <p:cNvSpPr>
            <a:spLocks noGrp="1"/>
          </p:cNvSpPr>
          <p:nvPr>
            <p:ph type="pic" sz="quarter" idx="12" hasCustomPrompt="1"/>
          </p:nvPr>
        </p:nvSpPr>
        <p:spPr>
          <a:xfrm>
            <a:off x="0" y="1078712"/>
            <a:ext cx="9144000" cy="3807619"/>
          </a:xfrm>
          <a:solidFill>
            <a:schemeClr val="accent4"/>
          </a:solidFill>
        </p:spPr>
        <p:txBody>
          <a:bodyPr tIns="0" anchor="ctr" anchorCtr="0"/>
          <a:lstStyle>
            <a:lvl1pPr algn="ctr">
              <a:defRPr sz="1600" b="0">
                <a:solidFill>
                  <a:schemeClr val="accent3"/>
                </a:solidFill>
              </a:defRPr>
            </a:lvl1pPr>
          </a:lstStyle>
          <a:p>
            <a:r>
              <a:rPr lang="en-GB"/>
              <a:t>IMAGE</a:t>
            </a:r>
          </a:p>
        </p:txBody>
      </p:sp>
      <p:sp>
        <p:nvSpPr>
          <p:cNvPr id="2" name="Title 1"/>
          <p:cNvSpPr>
            <a:spLocks noGrp="1"/>
          </p:cNvSpPr>
          <p:nvPr>
            <p:ph type="title"/>
          </p:nvPr>
        </p:nvSpPr>
        <p:spPr/>
        <p:txBody>
          <a:bodyPr/>
          <a:lstStyle/>
          <a:p>
            <a:r>
              <a:rPr lang="ga-IE"/>
              <a:t>Click to edit Master title style</a:t>
            </a:r>
            <a:endParaRPr lang="en-GB"/>
          </a:p>
        </p:txBody>
      </p:sp>
      <p:sp>
        <p:nvSpPr>
          <p:cNvPr id="6" name="Text Placeholder 5"/>
          <p:cNvSpPr>
            <a:spLocks noGrp="1"/>
          </p:cNvSpPr>
          <p:nvPr>
            <p:ph type="body" sz="quarter" idx="11"/>
          </p:nvPr>
        </p:nvSpPr>
        <p:spPr>
          <a:xfrm>
            <a:off x="828675" y="685806"/>
            <a:ext cx="7500938" cy="207169"/>
          </a:xfrm>
        </p:spPr>
        <p:txBody>
          <a:bodyPr/>
          <a:lstStyle>
            <a:lvl1pPr>
              <a:defRPr sz="2000" b="0">
                <a:solidFill>
                  <a:schemeClr val="tx1"/>
                </a:solidFill>
              </a:defRPr>
            </a:lvl1pPr>
          </a:lstStyle>
          <a:p>
            <a:pPr lvl="0"/>
            <a:r>
              <a:rPr lang="ga-IE"/>
              <a:t>Click to edit Master text styles</a:t>
            </a:r>
          </a:p>
        </p:txBody>
      </p:sp>
      <p:sp>
        <p:nvSpPr>
          <p:cNvPr id="8" name="Rectangle 7"/>
          <p:cNvSpPr/>
          <p:nvPr userDrawn="1"/>
        </p:nvSpPr>
        <p:spPr>
          <a:xfrm>
            <a:off x="0" y="4873500"/>
            <a:ext cx="9144000" cy="270000"/>
          </a:xfrm>
          <a:prstGeom prst="rect">
            <a:avLst/>
          </a:prstGeom>
          <a:solidFill>
            <a:srgbClr val="0E73B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727075" indent="0" algn="l"/>
            <a:r>
              <a:rPr lang="en-GB" sz="1000" b="1"/>
              <a:t>Trinity College Dublin, </a:t>
            </a:r>
            <a:r>
              <a:rPr lang="en-GB" sz="1000"/>
              <a:t>The University of Dublin</a:t>
            </a:r>
          </a:p>
        </p:txBody>
      </p:sp>
      <p:cxnSp>
        <p:nvCxnSpPr>
          <p:cNvPr id="7" name="Straight Connector 6"/>
          <p:cNvCxnSpPr/>
          <p:nvPr userDrawn="1"/>
        </p:nvCxnSpPr>
        <p:spPr>
          <a:xfrm>
            <a:off x="0" y="1078706"/>
            <a:ext cx="9144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Slide Number Placeholder 5">
            <a:extLst>
              <a:ext uri="{FF2B5EF4-FFF2-40B4-BE49-F238E27FC236}">
                <a16:creationId xmlns:a16="http://schemas.microsoft.com/office/drawing/2014/main" id="{E250068A-6AF5-9545-B42A-0DF4DC426CED}"/>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3138617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pic>
        <p:nvPicPr>
          <p:cNvPr id="3" name="Picture 2" descr="PPT_backgroun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71711" cy="5147195"/>
          </a:xfrm>
          <a:prstGeom prst="rect">
            <a:avLst/>
          </a:prstGeom>
        </p:spPr>
      </p:pic>
      <p:sp>
        <p:nvSpPr>
          <p:cNvPr id="2" name="Title 1"/>
          <p:cNvSpPr>
            <a:spLocks noGrp="1"/>
          </p:cNvSpPr>
          <p:nvPr>
            <p:ph type="ctrTitle"/>
          </p:nvPr>
        </p:nvSpPr>
        <p:spPr>
          <a:xfrm>
            <a:off x="828686" y="2786400"/>
            <a:ext cx="7500939" cy="416138"/>
          </a:xfrm>
        </p:spPr>
        <p:txBody>
          <a:bodyPr/>
          <a:lstStyle>
            <a:lvl1pPr algn="l">
              <a:defRPr sz="4200">
                <a:solidFill>
                  <a:schemeClr val="bg1"/>
                </a:solidFill>
              </a:defRPr>
            </a:lvl1pPr>
          </a:lstStyle>
          <a:p>
            <a:r>
              <a:rPr lang="ga-IE"/>
              <a:t>Click to edit Master title style</a:t>
            </a:r>
            <a:endParaRPr lang="en-GB"/>
          </a:p>
        </p:txBody>
      </p:sp>
      <p:pic>
        <p:nvPicPr>
          <p:cNvPr id="5" name="Picture 4" descr="TCD_White.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477" y="381655"/>
            <a:ext cx="3039743" cy="819370"/>
          </a:xfrm>
          <a:prstGeom prst="rect">
            <a:avLst/>
          </a:prstGeom>
        </p:spPr>
      </p:pic>
    </p:spTree>
    <p:extLst>
      <p:ext uri="{BB962C8B-B14F-4D97-AF65-F5344CB8AC3E}">
        <p14:creationId xmlns:p14="http://schemas.microsoft.com/office/powerpoint/2010/main" val="547789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GB"/>
          </a:p>
        </p:txBody>
      </p:sp>
      <p:sp>
        <p:nvSpPr>
          <p:cNvPr id="3" name="Slide Number Placeholder 5">
            <a:extLst>
              <a:ext uri="{FF2B5EF4-FFF2-40B4-BE49-F238E27FC236}">
                <a16:creationId xmlns:a16="http://schemas.microsoft.com/office/drawing/2014/main" id="{F01D4001-B407-4A4F-9142-F1AD168EA386}"/>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757743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8686" y="270000"/>
            <a:ext cx="7500939" cy="421200"/>
          </a:xfrm>
          <a:prstGeom prst="rect">
            <a:avLst/>
          </a:prstGeom>
        </p:spPr>
        <p:txBody>
          <a:bodyPr vert="horz" lIns="0" tIns="0" rIns="0" bIns="0" rtlCol="0" anchor="b" anchorCtr="0">
            <a:noAutofit/>
          </a:bodyPr>
          <a:lstStyle/>
          <a:p>
            <a:r>
              <a:rPr lang="ga-IE"/>
              <a:t>Click to edit Master title style</a:t>
            </a:r>
            <a:endParaRPr lang="en-GB"/>
          </a:p>
        </p:txBody>
      </p:sp>
      <p:sp>
        <p:nvSpPr>
          <p:cNvPr id="3" name="Text Placeholder 2"/>
          <p:cNvSpPr>
            <a:spLocks noGrp="1"/>
          </p:cNvSpPr>
          <p:nvPr>
            <p:ph type="body" idx="1"/>
          </p:nvPr>
        </p:nvSpPr>
        <p:spPr>
          <a:xfrm>
            <a:off x="828675" y="1303403"/>
            <a:ext cx="7500938" cy="3072600"/>
          </a:xfrm>
          <a:prstGeom prst="rect">
            <a:avLst/>
          </a:prstGeom>
        </p:spPr>
        <p:txBody>
          <a:bodyPr vert="horz" lIns="0" tIns="0" rIns="0" bIns="0" rtlCol="0">
            <a:noAutofit/>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GB"/>
          </a:p>
        </p:txBody>
      </p:sp>
      <p:sp>
        <p:nvSpPr>
          <p:cNvPr id="11" name="Rectangle 10"/>
          <p:cNvSpPr/>
          <p:nvPr/>
        </p:nvSpPr>
        <p:spPr>
          <a:xfrm>
            <a:off x="0" y="4873500"/>
            <a:ext cx="9144000" cy="270000"/>
          </a:xfrm>
          <a:prstGeom prst="rect">
            <a:avLst/>
          </a:prstGeom>
          <a:solidFill>
            <a:srgbClr val="0E73B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727075" indent="0" algn="l"/>
            <a:r>
              <a:rPr lang="en-GB" sz="1000" b="1"/>
              <a:t>Trinity College Dublin, </a:t>
            </a:r>
            <a:r>
              <a:rPr lang="en-GB" sz="1000"/>
              <a:t>The University of Dublin</a:t>
            </a:r>
          </a:p>
        </p:txBody>
      </p:sp>
      <p:cxnSp>
        <p:nvCxnSpPr>
          <p:cNvPr id="6" name="Straight Connector 5"/>
          <p:cNvCxnSpPr/>
          <p:nvPr/>
        </p:nvCxnSpPr>
        <p:spPr>
          <a:xfrm>
            <a:off x="0" y="1078706"/>
            <a:ext cx="9144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Slide Number Placeholder 5">
            <a:extLst>
              <a:ext uri="{FF2B5EF4-FFF2-40B4-BE49-F238E27FC236}">
                <a16:creationId xmlns:a16="http://schemas.microsoft.com/office/drawing/2014/main" id="{3125E529-5F0B-4D4A-84B9-75C65BFBAABD}"/>
              </a:ext>
            </a:extLst>
          </p:cNvPr>
          <p:cNvSpPr>
            <a:spLocks noGrp="1"/>
          </p:cNvSpPr>
          <p:nvPr>
            <p:ph type="sldNum" sz="quarter" idx="4"/>
          </p:nvPr>
        </p:nvSpPr>
        <p:spPr>
          <a:xfrm>
            <a:off x="8039513" y="4881249"/>
            <a:ext cx="290100" cy="191861"/>
          </a:xfrm>
          <a:prstGeom prst="rect">
            <a:avLst/>
          </a:prstGeom>
        </p:spPr>
        <p:txBody>
          <a:bodyPr vert="horz" lIns="0" tIns="0" rIns="0" bIns="0" rtlCol="0" anchor="b" anchorCtr="0"/>
          <a:lstStyle>
            <a:lvl1pPr algn="r">
              <a:defRPr sz="1000">
                <a:solidFill>
                  <a:schemeClr val="bg1"/>
                </a:solidFill>
              </a:defRPr>
            </a:lvl1pPr>
          </a:lstStyle>
          <a:p>
            <a:fld id="{DDBE135E-2566-4748-853C-8A3B78F0FB00}" type="slidenum">
              <a:rPr lang="en-GB" smtClean="0"/>
              <a:pPr/>
              <a:t>‹#›</a:t>
            </a:fld>
            <a:endParaRPr lang="en-GB"/>
          </a:p>
        </p:txBody>
      </p:sp>
    </p:spTree>
    <p:extLst>
      <p:ext uri="{BB962C8B-B14F-4D97-AF65-F5344CB8AC3E}">
        <p14:creationId xmlns:p14="http://schemas.microsoft.com/office/powerpoint/2010/main" val="1071066575"/>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0" r:id="rId3"/>
    <p:sldLayoutId id="2147483661" r:id="rId4"/>
    <p:sldLayoutId id="2147483657" r:id="rId5"/>
    <p:sldLayoutId id="2147483658" r:id="rId6"/>
    <p:sldLayoutId id="2147483659" r:id="rId7"/>
    <p:sldLayoutId id="2147483654" r:id="rId8"/>
  </p:sldLayoutIdLst>
  <p:hf hdr="0" dt="0"/>
  <p:txStyles>
    <p:titleStyle>
      <a:lvl1pPr algn="l" defTabSz="914400" rtl="0" eaLnBrk="1" latinLnBrk="0" hangingPunct="1">
        <a:spcBef>
          <a:spcPct val="0"/>
        </a:spcBef>
        <a:buNone/>
        <a:defRPr sz="2600" b="1" kern="1200">
          <a:solidFill>
            <a:schemeClr val="tx1"/>
          </a:solidFill>
          <a:latin typeface="+mj-lt"/>
          <a:ea typeface="+mj-ea"/>
          <a:cs typeface="+mj-cs"/>
        </a:defRPr>
      </a:lvl1pPr>
    </p:titleStyle>
    <p:bodyStyle>
      <a:lvl1pPr marL="0" indent="0" algn="l" defTabSz="914400" rtl="0" eaLnBrk="1" latinLnBrk="0" hangingPunct="1">
        <a:spcBef>
          <a:spcPts val="1417"/>
        </a:spcBef>
        <a:buFont typeface="Arial" pitchFamily="34" charset="0"/>
        <a:buNone/>
        <a:defRPr sz="2000" b="1" kern="1200">
          <a:solidFill>
            <a:schemeClr val="tx1"/>
          </a:solidFill>
          <a:latin typeface="+mn-lt"/>
          <a:ea typeface="+mn-ea"/>
          <a:cs typeface="+mn-cs"/>
        </a:defRPr>
      </a:lvl1pPr>
      <a:lvl2pPr marL="317500" indent="-317500" algn="l" defTabSz="914400" rtl="0" eaLnBrk="1" latinLnBrk="0" hangingPunct="1">
        <a:spcBef>
          <a:spcPts val="1134"/>
        </a:spcBef>
        <a:buClr>
          <a:schemeClr val="tx2"/>
        </a:buClr>
        <a:buFont typeface="Arial" pitchFamily="34" charset="0"/>
        <a:buChar char="–"/>
        <a:defRPr sz="2000" kern="1200">
          <a:solidFill>
            <a:schemeClr val="tx1"/>
          </a:solidFill>
          <a:latin typeface="+mn-lt"/>
          <a:ea typeface="+mn-ea"/>
          <a:cs typeface="+mn-cs"/>
        </a:defRPr>
      </a:lvl2pPr>
      <a:lvl3pPr marL="568325" indent="-222250" algn="l" defTabSz="914400" rtl="0" eaLnBrk="1" latinLnBrk="0" hangingPunct="1">
        <a:spcBef>
          <a:spcPts val="1134"/>
        </a:spcBef>
        <a:buClr>
          <a:schemeClr val="tx2"/>
        </a:buClr>
        <a:buFont typeface="Arial" pitchFamily="34" charset="0"/>
        <a:buChar char="•"/>
        <a:defRPr sz="2000" kern="1200">
          <a:solidFill>
            <a:schemeClr val="tx1"/>
          </a:solidFill>
          <a:latin typeface="+mn-lt"/>
          <a:ea typeface="+mn-ea"/>
          <a:cs typeface="+mn-cs"/>
        </a:defRPr>
      </a:lvl3pPr>
      <a:lvl4pPr marL="784225" indent="-201613" algn="l" defTabSz="914400" rtl="0" eaLnBrk="1" latinLnBrk="0" hangingPunct="1">
        <a:spcBef>
          <a:spcPts val="1134"/>
        </a:spcBef>
        <a:buClr>
          <a:schemeClr val="tx2"/>
        </a:buClr>
        <a:buFont typeface="Minion Pro" pitchFamily="18" charset="0"/>
        <a:buChar char="‒"/>
        <a:defRPr sz="2000" kern="1200">
          <a:solidFill>
            <a:schemeClr val="tx1"/>
          </a:solidFill>
          <a:latin typeface="+mn-lt"/>
          <a:ea typeface="+mn-ea"/>
          <a:cs typeface="+mn-cs"/>
        </a:defRPr>
      </a:lvl4pPr>
      <a:lvl5pPr marL="1000125" indent="-185738" algn="l" defTabSz="914400" rtl="0" eaLnBrk="1" latinLnBrk="0" hangingPunct="1">
        <a:spcBef>
          <a:spcPts val="1134"/>
        </a:spcBef>
        <a:buClr>
          <a:schemeClr val="tx2"/>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sv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0.svg"/><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ycareerconnect.tcd.ie/unauth/student/login" TargetMode="External"/><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hyperlink" Target="mailto:askds@tcd.ie"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www.tcd.ie/slscs/centre-for-english-language-learning-and-teaching/in-sessional-programmes/modules/" TargetMode="External"/><Relationship Id="rId2" Type="http://schemas.openxmlformats.org/officeDocument/2006/relationships/hyperlink" Target="mailto:tapundergraduates@tcd.ie" TargetMode="Externa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2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slideLayout" Target="../slideLayouts/slideLayout4.xml"/><Relationship Id="rId5" Type="http://schemas.openxmlformats.org/officeDocument/2006/relationships/image" Target="../media/image28.svg"/><Relationship Id="rId4" Type="http://schemas.openxmlformats.org/officeDocument/2006/relationships/image" Target="../media/image2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Internships 2026 - 2027</a:t>
            </a:r>
          </a:p>
        </p:txBody>
      </p:sp>
      <p:sp>
        <p:nvSpPr>
          <p:cNvPr id="3" name="Subtitle 2"/>
          <p:cNvSpPr>
            <a:spLocks noGrp="1"/>
          </p:cNvSpPr>
          <p:nvPr>
            <p:ph type="subTitle" idx="1"/>
          </p:nvPr>
        </p:nvSpPr>
        <p:spPr/>
        <p:txBody>
          <a:bodyPr/>
          <a:lstStyle/>
          <a:p>
            <a:r>
              <a:rPr lang="en-GB"/>
              <a:t>School of Computer Science and Statistics</a:t>
            </a:r>
          </a:p>
        </p:txBody>
      </p:sp>
      <p:sp>
        <p:nvSpPr>
          <p:cNvPr id="6" name="Text Placeholder 5"/>
          <p:cNvSpPr>
            <a:spLocks noGrp="1"/>
          </p:cNvSpPr>
          <p:nvPr>
            <p:ph type="body" sz="quarter" idx="10"/>
          </p:nvPr>
        </p:nvSpPr>
        <p:spPr>
          <a:xfrm>
            <a:off x="828688" y="3952068"/>
            <a:ext cx="5204467" cy="836909"/>
          </a:xfrm>
        </p:spPr>
        <p:txBody>
          <a:bodyPr anchor="b"/>
          <a:lstStyle/>
          <a:p>
            <a:r>
              <a:rPr lang="en-GB" sz="1600" b="0" dirty="0"/>
              <a:t>Dr. Tim Savage - Internship Program Director, SCSS</a:t>
            </a:r>
          </a:p>
          <a:p>
            <a:pPr lvl="1"/>
            <a:r>
              <a:rPr lang="en-GB" sz="1600" dirty="0"/>
              <a:t>Ms. Geraline Cole – Internship Administrator, SCSS</a:t>
            </a:r>
          </a:p>
          <a:p>
            <a:pPr lvl="2"/>
            <a:r>
              <a:rPr lang="en-GB" sz="1600" dirty="0"/>
              <a:t>Date 14/09/2026</a:t>
            </a:r>
          </a:p>
        </p:txBody>
      </p:sp>
    </p:spTree>
    <p:extLst>
      <p:ext uri="{BB962C8B-B14F-4D97-AF65-F5344CB8AC3E}">
        <p14:creationId xmlns:p14="http://schemas.microsoft.com/office/powerpoint/2010/main" val="177279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E4106D0B-921D-D1BD-8615-D2146608EF47}"/>
              </a:ext>
            </a:extLst>
          </p:cNvPr>
          <p:cNvPicPr>
            <a:picLocks noGrp="1" noChangeAspect="1"/>
          </p:cNvPicPr>
          <p:nvPr>
            <p:ph type="pic" sz="quarter" idx="12"/>
          </p:nvPr>
        </p:nvPicPr>
        <p:blipFill>
          <a:blip r:embed="rId2"/>
          <a:srcRect t="4738" b="4738"/>
          <a:stretch>
            <a:fillRect/>
          </a:stretch>
        </p:blipFill>
        <p:spPr>
          <a:prstGeom prst="rect">
            <a:avLst/>
          </a:prstGeom>
        </p:spPr>
      </p:pic>
      <p:sp>
        <p:nvSpPr>
          <p:cNvPr id="2" name="Title 1"/>
          <p:cNvSpPr>
            <a:spLocks noGrp="1"/>
          </p:cNvSpPr>
          <p:nvPr>
            <p:ph type="title"/>
          </p:nvPr>
        </p:nvSpPr>
        <p:spPr/>
        <p:txBody>
          <a:bodyPr/>
          <a:lstStyle/>
          <a:p>
            <a:r>
              <a:rPr lang="en-GB"/>
              <a:t>Purpose of the Internship Module</a:t>
            </a:r>
          </a:p>
        </p:txBody>
      </p:sp>
      <p:sp>
        <p:nvSpPr>
          <p:cNvPr id="3" name="Text Placeholder 2"/>
          <p:cNvSpPr>
            <a:spLocks noGrp="1"/>
          </p:cNvSpPr>
          <p:nvPr>
            <p:ph type="body" sz="quarter" idx="10"/>
          </p:nvPr>
        </p:nvSpPr>
        <p:spPr/>
        <p:txBody>
          <a:bodyPr vert="horz" lIns="0" tIns="0" rIns="0" bIns="0" rtlCol="0" anchor="t">
            <a:noAutofit/>
          </a:bodyPr>
          <a:lstStyle/>
          <a:p>
            <a:pPr marL="0" indent="0" algn="l" rtl="0" fontAlgn="base">
              <a:buNone/>
            </a:pPr>
            <a:r>
              <a:rPr lang="en-US" b="1" i="0" u="none" strike="noStrike">
                <a:solidFill>
                  <a:srgbClr val="000000"/>
                </a:solidFill>
                <a:effectLst/>
                <a:latin typeface="Calibri" panose="020F0502020204030204" pitchFamily="34" charset="0"/>
              </a:rPr>
              <a:t>Academic</a:t>
            </a:r>
            <a:r>
              <a:rPr lang="en-US" b="0" i="0">
                <a:solidFill>
                  <a:srgbClr val="000000"/>
                </a:solidFill>
                <a:effectLst/>
                <a:latin typeface="Calibri" panose="020F0502020204030204" pitchFamily="34" charset="0"/>
              </a:rPr>
              <a:t>​</a:t>
            </a:r>
            <a:endParaRPr lang="en-US" b="0" i="0">
              <a:solidFill>
                <a:srgbClr val="000000"/>
              </a:solidFill>
              <a:effectLst/>
              <a:latin typeface="Segoe UI" panose="020B0502040204020203" pitchFamily="34" charset="0"/>
            </a:endParaRPr>
          </a:p>
          <a:p>
            <a:pPr algn="l" rtl="0" fontAlgn="base"/>
            <a:r>
              <a:rPr lang="en-US" b="0">
                <a:solidFill>
                  <a:srgbClr val="000000"/>
                </a:solidFill>
                <a:latin typeface="Calibri"/>
                <a:cs typeface="Calibri"/>
              </a:rPr>
              <a:t>To</a:t>
            </a:r>
            <a:r>
              <a:rPr lang="en-US" b="0" i="0" u="none" strike="noStrike">
                <a:solidFill>
                  <a:srgbClr val="000000"/>
                </a:solidFill>
                <a:effectLst/>
                <a:latin typeface="Calibri"/>
                <a:cs typeface="Calibri"/>
              </a:rPr>
              <a:t> further develop the student’s understanding of how the design and theoretical aspects of computer science are applied to  practical problems within a real-world context.</a:t>
            </a:r>
          </a:p>
          <a:p>
            <a:pPr marL="0" indent="0" algn="l" rtl="0" fontAlgn="base">
              <a:buNone/>
            </a:pPr>
            <a:r>
              <a:rPr lang="en-US" b="1" i="0" u="none" strike="noStrike">
                <a:solidFill>
                  <a:srgbClr val="000000"/>
                </a:solidFill>
                <a:effectLst/>
                <a:latin typeface="Calibri" panose="020F0502020204030204" pitchFamily="34" charset="0"/>
              </a:rPr>
              <a:t>Professional</a:t>
            </a:r>
            <a:r>
              <a:rPr lang="en-US" b="0" i="0">
                <a:solidFill>
                  <a:srgbClr val="000000"/>
                </a:solidFill>
                <a:effectLst/>
                <a:latin typeface="Calibri" panose="020F0502020204030204" pitchFamily="34" charset="0"/>
              </a:rPr>
              <a:t>​</a:t>
            </a:r>
          </a:p>
          <a:p>
            <a:pPr algn="l" rtl="0" fontAlgn="base"/>
            <a:r>
              <a:rPr lang="en-US" b="0">
                <a:solidFill>
                  <a:srgbClr val="000000"/>
                </a:solidFill>
                <a:latin typeface="Calibri" panose="020F0502020204030204" pitchFamily="34" charset="0"/>
              </a:rPr>
              <a:t>To gain relevant work experience. </a:t>
            </a:r>
            <a:r>
              <a:rPr lang="en-US" b="0" i="0" u="none" strike="noStrike">
                <a:solidFill>
                  <a:srgbClr val="000000"/>
                </a:solidFill>
                <a:effectLst/>
                <a:latin typeface="+mj-lt"/>
              </a:rPr>
              <a:t>Build a professional network</a:t>
            </a:r>
            <a:r>
              <a:rPr lang="en-US" b="0" i="0">
                <a:solidFill>
                  <a:srgbClr val="000000"/>
                </a:solidFill>
                <a:effectLst/>
                <a:latin typeface="+mj-lt"/>
              </a:rPr>
              <a:t>​ and b</a:t>
            </a:r>
            <a:r>
              <a:rPr lang="en-US" b="0" i="0" u="none" strike="noStrike">
                <a:solidFill>
                  <a:srgbClr val="000000"/>
                </a:solidFill>
                <a:effectLst/>
                <a:latin typeface="+mj-lt"/>
              </a:rPr>
              <a:t>uild your reputation for performance.</a:t>
            </a:r>
            <a:endParaRPr lang="en-US" b="0" i="0">
              <a:solidFill>
                <a:srgbClr val="000000"/>
              </a:solidFill>
              <a:effectLst/>
              <a:latin typeface="+mj-lt"/>
            </a:endParaRPr>
          </a:p>
          <a:p>
            <a:pPr algn="l" rtl="0" fontAlgn="base"/>
            <a:endParaRPr lang="en-US" b="0" i="0">
              <a:solidFill>
                <a:srgbClr val="000000"/>
              </a:solidFill>
              <a:effectLst/>
              <a:latin typeface="Segoe UI" panose="020B0502040204020203" pitchFamily="34" charset="0"/>
            </a:endParaRPr>
          </a:p>
        </p:txBody>
      </p:sp>
      <p:sp>
        <p:nvSpPr>
          <p:cNvPr id="6" name="Text Placeholder 5">
            <a:extLst>
              <a:ext uri="{FF2B5EF4-FFF2-40B4-BE49-F238E27FC236}">
                <a16:creationId xmlns:a16="http://schemas.microsoft.com/office/drawing/2014/main" id="{A8FE45CE-60E7-6E55-4C65-CB56E52B67A6}"/>
              </a:ext>
            </a:extLst>
          </p:cNvPr>
          <p:cNvSpPr>
            <a:spLocks noGrp="1"/>
          </p:cNvSpPr>
          <p:nvPr>
            <p:ph type="body" sz="quarter" idx="11"/>
          </p:nvPr>
        </p:nvSpPr>
        <p:spPr/>
        <p:txBody>
          <a:bodyPr/>
          <a:lstStyle/>
          <a:p>
            <a:endParaRPr lang="en-IE"/>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p:txBody>
          <a:bodyPr/>
          <a:lstStyle/>
          <a:p>
            <a:fld id="{DDBE135E-2566-4748-853C-8A3B78F0FB00}" type="slidenum">
              <a:rPr lang="en-GB" smtClean="0"/>
              <a:pPr/>
              <a:t>2</a:t>
            </a:fld>
            <a:endParaRPr lang="en-GB"/>
          </a:p>
        </p:txBody>
      </p:sp>
    </p:spTree>
    <p:extLst>
      <p:ext uri="{BB962C8B-B14F-4D97-AF65-F5344CB8AC3E}">
        <p14:creationId xmlns:p14="http://schemas.microsoft.com/office/powerpoint/2010/main" val="3110083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Internship Pathway &amp; Eligibility</a:t>
            </a:r>
          </a:p>
        </p:txBody>
      </p:sp>
      <p:sp>
        <p:nvSpPr>
          <p:cNvPr id="3" name="Text Placeholder 2"/>
          <p:cNvSpPr>
            <a:spLocks noGrp="1"/>
          </p:cNvSpPr>
          <p:nvPr>
            <p:ph type="body" sz="quarter" idx="10"/>
          </p:nvPr>
        </p:nvSpPr>
        <p:spPr/>
        <p:txBody>
          <a:bodyPr/>
          <a:lstStyle/>
          <a:p>
            <a:pPr algn="l" rtl="0" fontAlgn="base"/>
            <a:r>
              <a:rPr lang="en-US" sz="1800" b="0" i="0" u="none" strike="noStrike">
                <a:solidFill>
                  <a:srgbClr val="000000"/>
                </a:solidFill>
                <a:effectLst/>
              </a:rPr>
              <a:t>You must be on the Masters (MCS/MAI) track to take an Internship</a:t>
            </a:r>
          </a:p>
          <a:p>
            <a:pPr marL="285750" indent="-285750" algn="l" rtl="0" fontAlgn="base">
              <a:buFont typeface="Arial" panose="020B0604020202020204" pitchFamily="34" charset="0"/>
              <a:buChar char="•"/>
            </a:pPr>
            <a:r>
              <a:rPr lang="en-US" sz="1800" b="0" i="0" u="none" strike="noStrike">
                <a:solidFill>
                  <a:srgbClr val="000000"/>
                </a:solidFill>
                <a:effectLst/>
              </a:rPr>
              <a:t>Internship is mandatory for MCS students</a:t>
            </a:r>
          </a:p>
          <a:p>
            <a:pPr marL="285750" indent="-285750" algn="l" rtl="0" fontAlgn="base">
              <a:buFont typeface="Arial" panose="020B0604020202020204" pitchFamily="34" charset="0"/>
              <a:buChar char="•"/>
            </a:pPr>
            <a:r>
              <a:rPr lang="en-US" sz="1800" b="0" i="0" u="none" strike="noStrike">
                <a:solidFill>
                  <a:srgbClr val="000000"/>
                </a:solidFill>
                <a:effectLst/>
              </a:rPr>
              <a:t>Internship is optional for MAI students </a:t>
            </a:r>
          </a:p>
          <a:p>
            <a:pPr algn="l" rtl="0" fontAlgn="base"/>
            <a:r>
              <a:rPr lang="en-US" sz="1800" b="0" u="sng">
                <a:solidFill>
                  <a:srgbClr val="000000"/>
                </a:solidFill>
              </a:rPr>
              <a:t>Eligibility</a:t>
            </a:r>
            <a:endParaRPr lang="en-US" sz="1800" b="0" i="0" u="sng" strike="noStrike">
              <a:solidFill>
                <a:srgbClr val="000000"/>
              </a:solidFill>
              <a:effectLst/>
            </a:endParaRPr>
          </a:p>
          <a:p>
            <a:pPr algn="l" rtl="0" fontAlgn="base"/>
            <a:r>
              <a:rPr lang="en-IE" sz="1800">
                <a:effectLst/>
                <a:ea typeface="Calibri" panose="020F0502020204030204" pitchFamily="34" charset="0"/>
              </a:rPr>
              <a:t>Students must have a minimum grade of II.1 at the first sitting of the Junior Sophister examinations </a:t>
            </a:r>
            <a:endParaRPr lang="en-US" sz="1800" i="0" u="none" strike="noStrike">
              <a:solidFill>
                <a:srgbClr val="000000"/>
              </a:solidFill>
              <a:effectLst/>
            </a:endParaRPr>
          </a:p>
          <a:p>
            <a:pPr algn="l" rtl="0" fontAlgn="base"/>
            <a:endParaRPr lang="en-US" sz="1800" b="0" i="0">
              <a:solidFill>
                <a:srgbClr val="000000"/>
              </a:solidFill>
              <a:effectLst/>
            </a:endParaRPr>
          </a:p>
          <a:p>
            <a:pPr algn="l" rtl="0" fontAlgn="base"/>
            <a:endParaRPr lang="en-US" b="0" i="0">
              <a:solidFill>
                <a:srgbClr val="000000"/>
              </a:solidFill>
              <a:effectLst/>
              <a:latin typeface="Segoe UI" panose="020B0502040204020203" pitchFamily="34" charset="0"/>
            </a:endParaRPr>
          </a:p>
        </p:txBody>
      </p:sp>
      <p:sp>
        <p:nvSpPr>
          <p:cNvPr id="4" name="Text Placeholder 3"/>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3</a:t>
            </a:fld>
            <a:endParaRPr lang="en-GB"/>
          </a:p>
        </p:txBody>
      </p:sp>
    </p:spTree>
    <p:extLst>
      <p:ext uri="{BB962C8B-B14F-4D97-AF65-F5344CB8AC3E}">
        <p14:creationId xmlns:p14="http://schemas.microsoft.com/office/powerpoint/2010/main" val="3833208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91B7D-184E-B31F-0F88-DACA255FB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AF757-ACBA-DAEE-4FAF-70E11109E034}"/>
              </a:ext>
            </a:extLst>
          </p:cNvPr>
          <p:cNvSpPr>
            <a:spLocks noGrp="1"/>
          </p:cNvSpPr>
          <p:nvPr>
            <p:ph type="title"/>
          </p:nvPr>
        </p:nvSpPr>
        <p:spPr/>
        <p:txBody>
          <a:bodyPr/>
          <a:lstStyle/>
          <a:p>
            <a:r>
              <a:rPr lang="en-GB" dirty="0"/>
              <a:t>Masters track: Graduation 2028</a:t>
            </a:r>
          </a:p>
        </p:txBody>
      </p:sp>
      <p:sp>
        <p:nvSpPr>
          <p:cNvPr id="3" name="Text Placeholder 2">
            <a:extLst>
              <a:ext uri="{FF2B5EF4-FFF2-40B4-BE49-F238E27FC236}">
                <a16:creationId xmlns:a16="http://schemas.microsoft.com/office/drawing/2014/main" id="{CB9939B9-1032-36B4-B381-4335B443DAD8}"/>
              </a:ext>
            </a:extLst>
          </p:cNvPr>
          <p:cNvSpPr>
            <a:spLocks noGrp="1"/>
          </p:cNvSpPr>
          <p:nvPr>
            <p:ph type="body" sz="quarter" idx="10"/>
          </p:nvPr>
        </p:nvSpPr>
        <p:spPr/>
        <p:txBody>
          <a:bodyPr/>
          <a:lstStyle/>
          <a:p>
            <a:pPr algn="l" rtl="0" fontAlgn="base"/>
            <a:r>
              <a:rPr lang="en-US" sz="1800" i="0" dirty="0">
                <a:solidFill>
                  <a:srgbClr val="000000"/>
                </a:solidFill>
                <a:effectLst/>
              </a:rPr>
              <a:t>Exit routes: </a:t>
            </a:r>
          </a:p>
          <a:p>
            <a:pPr algn="l" rtl="0" fontAlgn="base"/>
            <a:r>
              <a:rPr lang="en-IE" sz="1800" dirty="0">
                <a:solidFill>
                  <a:srgbClr val="000000"/>
                </a:solidFill>
              </a:rPr>
              <a:t>On completion of the internship, you will return to college to complete you Masters year in year 5 and graduate in 2028.</a:t>
            </a:r>
          </a:p>
          <a:p>
            <a:pPr algn="l" rtl="0" fontAlgn="base"/>
            <a:r>
              <a:rPr lang="en-IE" sz="1800" b="0" i="0" dirty="0">
                <a:solidFill>
                  <a:srgbClr val="000000"/>
                </a:solidFill>
                <a:effectLst/>
              </a:rPr>
              <a:t>Students who have selected the internship pathway, and wish to leave after Year 4 will </a:t>
            </a:r>
          </a:p>
          <a:p>
            <a:pPr algn="l" rtl="0" fontAlgn="base"/>
            <a:r>
              <a:rPr lang="en-IE" sz="1800" b="0" i="0" dirty="0">
                <a:solidFill>
                  <a:srgbClr val="000000"/>
                </a:solidFill>
                <a:effectLst/>
              </a:rPr>
              <a:t>(</a:t>
            </a:r>
            <a:r>
              <a:rPr lang="en-IE" sz="1800" b="0" i="0" dirty="0" err="1">
                <a:solidFill>
                  <a:srgbClr val="000000"/>
                </a:solidFill>
                <a:effectLst/>
              </a:rPr>
              <a:t>i</a:t>
            </a:r>
            <a:r>
              <a:rPr lang="en-IE" sz="1800" b="0" i="0" dirty="0">
                <a:solidFill>
                  <a:srgbClr val="000000"/>
                </a:solidFill>
                <a:effectLst/>
              </a:rPr>
              <a:t>) have the degree of </a:t>
            </a:r>
            <a:r>
              <a:rPr lang="en-IE" sz="1800" i="0" u="sng" dirty="0">
                <a:solidFill>
                  <a:srgbClr val="000000"/>
                </a:solidFill>
                <a:effectLst/>
              </a:rPr>
              <a:t>ordinary</a:t>
            </a:r>
            <a:r>
              <a:rPr lang="en-IE" sz="1800" b="0" i="0" dirty="0">
                <a:solidFill>
                  <a:srgbClr val="000000"/>
                </a:solidFill>
                <a:effectLst/>
              </a:rPr>
              <a:t> B.A. conferred (2027) or </a:t>
            </a:r>
          </a:p>
          <a:p>
            <a:pPr algn="l" rtl="0" fontAlgn="base"/>
            <a:r>
              <a:rPr lang="en-IE" sz="1800" b="0" i="0" dirty="0">
                <a:solidFill>
                  <a:srgbClr val="000000"/>
                </a:solidFill>
                <a:effectLst/>
              </a:rPr>
              <a:t>(ii) if they have passed all other fourth year requirements, apply to complete a deferred capstone project (the following or subsequent academic year) to be eligible to be conferred with a B.A. (Moderatorship) degree (2028)</a:t>
            </a:r>
            <a:endParaRPr lang="en-US" sz="1800" b="0" i="0" dirty="0">
              <a:solidFill>
                <a:srgbClr val="000000"/>
              </a:solidFill>
              <a:effectLst/>
            </a:endParaRPr>
          </a:p>
          <a:p>
            <a:pPr algn="l" rtl="0" fontAlgn="base"/>
            <a:endParaRPr lang="en-US" sz="1800" b="0" i="0" dirty="0">
              <a:solidFill>
                <a:srgbClr val="000000"/>
              </a:solidFill>
              <a:effectLst/>
            </a:endParaRPr>
          </a:p>
          <a:p>
            <a:pPr algn="l" rtl="0" fontAlgn="base"/>
            <a:endParaRPr lang="en-US" b="0" i="0" dirty="0">
              <a:solidFill>
                <a:srgbClr val="000000"/>
              </a:solidFill>
              <a:effectLst/>
              <a:latin typeface="Segoe UI" panose="020B0502040204020203" pitchFamily="34" charset="0"/>
            </a:endParaRPr>
          </a:p>
        </p:txBody>
      </p:sp>
      <p:sp>
        <p:nvSpPr>
          <p:cNvPr id="4" name="Text Placeholder 3">
            <a:extLst>
              <a:ext uri="{FF2B5EF4-FFF2-40B4-BE49-F238E27FC236}">
                <a16:creationId xmlns:a16="http://schemas.microsoft.com/office/drawing/2014/main" id="{59701756-DB04-CDB4-848A-DB05990FF55A}"/>
              </a:ext>
            </a:extLst>
          </p:cNvPr>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A0B505CE-86CA-FC44-3D30-C17EFD5728F4}"/>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4</a:t>
            </a:fld>
            <a:endParaRPr lang="en-GB"/>
          </a:p>
        </p:txBody>
      </p:sp>
    </p:spTree>
    <p:extLst>
      <p:ext uri="{BB962C8B-B14F-4D97-AF65-F5344CB8AC3E}">
        <p14:creationId xmlns:p14="http://schemas.microsoft.com/office/powerpoint/2010/main" val="322227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Is the Masters worth doing?</a:t>
            </a:r>
          </a:p>
        </p:txBody>
      </p:sp>
      <p:sp>
        <p:nvSpPr>
          <p:cNvPr id="3" name="Text Placeholder 2"/>
          <p:cNvSpPr>
            <a:spLocks noGrp="1"/>
          </p:cNvSpPr>
          <p:nvPr>
            <p:ph type="body" sz="quarter" idx="10"/>
          </p:nvPr>
        </p:nvSpPr>
        <p:spPr>
          <a:xfrm>
            <a:off x="771525" y="1187891"/>
            <a:ext cx="7500938" cy="3576096"/>
          </a:xfrm>
        </p:spPr>
        <p:txBody>
          <a:bodyPr vert="horz" lIns="0" tIns="0" rIns="0" bIns="0" rtlCol="0" anchor="t">
            <a:noAutofit/>
          </a:bodyPr>
          <a:lstStyle/>
          <a:p>
            <a:pPr marL="285750" indent="-285750" algn="l" rtl="0" fontAlgn="base">
              <a:buFont typeface="Arial" panose="020B0604020202020204" pitchFamily="34" charset="0"/>
              <a:buChar char="•"/>
            </a:pPr>
            <a:r>
              <a:rPr lang="en-US" sz="1600" b="0" i="0" u="none" strike="noStrike">
                <a:solidFill>
                  <a:srgbClr val="000000"/>
                </a:solidFill>
                <a:effectLst/>
              </a:rPr>
              <a:t>MSc Computing is best Masters degree to improve job prospects</a:t>
            </a:r>
            <a:r>
              <a:rPr lang="en-US" sz="1600" b="0" i="0">
                <a:solidFill>
                  <a:srgbClr val="000000"/>
                </a:solidFill>
                <a:effectLst/>
              </a:rPr>
              <a:t>​</a:t>
            </a:r>
          </a:p>
          <a:p>
            <a:pPr marL="285750" indent="-285750" algn="l" rtl="0" fontAlgn="base">
              <a:buFont typeface="Arial" panose="020B0604020202020204" pitchFamily="34" charset="0"/>
              <a:buChar char="•"/>
            </a:pPr>
            <a:r>
              <a:rPr lang="en-US" sz="1600" b="0" i="0" u="none" strike="noStrike">
                <a:solidFill>
                  <a:srgbClr val="000000"/>
                </a:solidFill>
                <a:effectLst/>
              </a:rPr>
              <a:t>Possibility of Paid  Work-based internships</a:t>
            </a:r>
            <a:r>
              <a:rPr lang="en-US" sz="1600" b="0" i="0">
                <a:solidFill>
                  <a:srgbClr val="000000"/>
                </a:solidFill>
                <a:effectLst/>
              </a:rPr>
              <a:t>​</a:t>
            </a:r>
            <a:endParaRPr lang="en-US" sz="1600" b="0" i="0">
              <a:solidFill>
                <a:srgbClr val="000000"/>
              </a:solidFill>
              <a:effectLst/>
              <a:cs typeface="Calibri"/>
            </a:endParaRPr>
          </a:p>
          <a:p>
            <a:pPr lvl="2" fontAlgn="base"/>
            <a:r>
              <a:rPr lang="en-US" sz="1600" b="0" i="0" u="none" strike="noStrike">
                <a:solidFill>
                  <a:srgbClr val="000000"/>
                </a:solidFill>
                <a:effectLst/>
              </a:rPr>
              <a:t>Work with a good quality employer</a:t>
            </a:r>
            <a:r>
              <a:rPr lang="en-US" sz="1600" b="0" i="0">
                <a:solidFill>
                  <a:srgbClr val="000000"/>
                </a:solidFill>
                <a:effectLst/>
              </a:rPr>
              <a:t>​</a:t>
            </a:r>
            <a:endParaRPr lang="en-US" sz="1600" b="0" i="0">
              <a:solidFill>
                <a:srgbClr val="000000"/>
              </a:solidFill>
              <a:effectLst/>
              <a:cs typeface="Calibri"/>
            </a:endParaRPr>
          </a:p>
          <a:p>
            <a:pPr lvl="2" fontAlgn="base"/>
            <a:r>
              <a:rPr lang="en-US" sz="1600" b="0" i="0" u="none" strike="noStrike">
                <a:solidFill>
                  <a:srgbClr val="000000"/>
                </a:solidFill>
                <a:effectLst/>
              </a:rPr>
              <a:t>Build a long-term career network</a:t>
            </a:r>
            <a:r>
              <a:rPr lang="en-US" sz="1600" b="0" i="0">
                <a:solidFill>
                  <a:srgbClr val="000000"/>
                </a:solidFill>
                <a:effectLst/>
              </a:rPr>
              <a:t>​</a:t>
            </a:r>
            <a:endParaRPr lang="en-US" sz="1600" b="0" i="0">
              <a:solidFill>
                <a:srgbClr val="000000"/>
              </a:solidFill>
              <a:effectLst/>
              <a:cs typeface="Calibri"/>
            </a:endParaRPr>
          </a:p>
          <a:p>
            <a:pPr marL="285750" indent="-285750" algn="l" rtl="0" fontAlgn="base">
              <a:buFont typeface="Arial" panose="020B0604020202020204" pitchFamily="34" charset="0"/>
              <a:buChar char="•"/>
            </a:pPr>
            <a:r>
              <a:rPr lang="en-US" sz="1600" b="0" i="0" u="none" strike="noStrike">
                <a:solidFill>
                  <a:srgbClr val="000000"/>
                </a:solidFill>
                <a:effectLst/>
              </a:rPr>
              <a:t>How does an MSc / Internship impact on your career</a:t>
            </a:r>
            <a:r>
              <a:rPr lang="en-US" sz="1600" b="0" i="0">
                <a:solidFill>
                  <a:srgbClr val="000000"/>
                </a:solidFill>
                <a:effectLst/>
              </a:rPr>
              <a:t>​</a:t>
            </a:r>
            <a:endParaRPr lang="en-US" sz="1600" b="0" i="0">
              <a:solidFill>
                <a:srgbClr val="000000"/>
              </a:solidFill>
              <a:effectLst/>
              <a:cs typeface="Calibri"/>
            </a:endParaRPr>
          </a:p>
          <a:p>
            <a:pPr marL="603250" lvl="1" indent="-285750" fontAlgn="base">
              <a:buFont typeface="Arial" panose="020B0604020202020204" pitchFamily="34" charset="0"/>
              <a:buChar char="•"/>
            </a:pPr>
            <a:r>
              <a:rPr lang="en-US" sz="1600" b="0" i="0" u="none" strike="noStrike">
                <a:solidFill>
                  <a:srgbClr val="000000"/>
                </a:solidFill>
                <a:effectLst/>
              </a:rPr>
              <a:t>Immediately more employable</a:t>
            </a:r>
            <a:r>
              <a:rPr lang="en-US" sz="1600" b="0" i="0">
                <a:solidFill>
                  <a:srgbClr val="000000"/>
                </a:solidFill>
                <a:effectLst/>
              </a:rPr>
              <a:t>​</a:t>
            </a:r>
            <a:endParaRPr lang="en-US" sz="1600" b="0" i="0">
              <a:solidFill>
                <a:srgbClr val="000000"/>
              </a:solidFill>
              <a:effectLst/>
              <a:cs typeface="Calibri"/>
            </a:endParaRPr>
          </a:p>
          <a:p>
            <a:pPr marL="603250" lvl="1" indent="-285750" fontAlgn="base">
              <a:buFont typeface="Arial" panose="020B0604020202020204" pitchFamily="34" charset="0"/>
              <a:buChar char="•"/>
            </a:pPr>
            <a:r>
              <a:rPr lang="en-US" sz="1600">
                <a:solidFill>
                  <a:srgbClr val="000000"/>
                </a:solidFill>
              </a:rPr>
              <a:t>Many students surveyed said they had been offered or intended to return to company on graduation</a:t>
            </a:r>
            <a:r>
              <a:rPr lang="en-US" sz="1600" b="0" i="0">
                <a:solidFill>
                  <a:srgbClr val="000000"/>
                </a:solidFill>
                <a:effectLst/>
              </a:rPr>
              <a:t>​</a:t>
            </a:r>
            <a:endParaRPr lang="en-US" sz="1600" b="0" i="0">
              <a:solidFill>
                <a:srgbClr val="000000"/>
              </a:solidFill>
              <a:effectLst/>
              <a:ea typeface="Calibri"/>
              <a:cs typeface="Calibri"/>
            </a:endParaRPr>
          </a:p>
          <a:p>
            <a:pPr marL="603250" lvl="1" indent="-285750" fontAlgn="base">
              <a:buFont typeface="Arial" panose="020B0604020202020204" pitchFamily="34" charset="0"/>
              <a:buChar char="•"/>
            </a:pPr>
            <a:r>
              <a:rPr lang="en-US" sz="1600" b="0" i="0" u="none" strike="noStrike">
                <a:solidFill>
                  <a:srgbClr val="000000"/>
                </a:solidFill>
                <a:effectLst/>
              </a:rPr>
              <a:t>More interesting / challenging work</a:t>
            </a:r>
            <a:r>
              <a:rPr lang="en-US" sz="1600" b="0" i="0">
                <a:solidFill>
                  <a:srgbClr val="000000"/>
                </a:solidFill>
                <a:effectLst/>
              </a:rPr>
              <a:t>​</a:t>
            </a:r>
            <a:endParaRPr lang="en-US" sz="1600" b="0" i="0">
              <a:solidFill>
                <a:srgbClr val="000000"/>
              </a:solidFill>
              <a:effectLst/>
              <a:cs typeface="Calibri"/>
            </a:endParaRPr>
          </a:p>
          <a:p>
            <a:pPr algn="l" rtl="0" fontAlgn="base"/>
            <a:endParaRPr lang="en-US" b="0" i="0">
              <a:solidFill>
                <a:srgbClr val="000000"/>
              </a:solidFill>
              <a:effectLst/>
              <a:latin typeface="Segoe UI" panose="020B0502040204020203" pitchFamily="34" charset="0"/>
            </a:endParaRPr>
          </a:p>
        </p:txBody>
      </p:sp>
      <p:sp>
        <p:nvSpPr>
          <p:cNvPr id="4" name="Text Placeholder 3"/>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5</a:t>
            </a:fld>
            <a:endParaRPr lang="en-GB"/>
          </a:p>
        </p:txBody>
      </p:sp>
    </p:spTree>
    <p:extLst>
      <p:ext uri="{BB962C8B-B14F-4D97-AF65-F5344CB8AC3E}">
        <p14:creationId xmlns:p14="http://schemas.microsoft.com/office/powerpoint/2010/main" val="960621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The Big Picture (1)</a:t>
            </a:r>
          </a:p>
        </p:txBody>
      </p:sp>
      <p:sp>
        <p:nvSpPr>
          <p:cNvPr id="3" name="Text Placeholder 2"/>
          <p:cNvSpPr>
            <a:spLocks noGrp="1"/>
          </p:cNvSpPr>
          <p:nvPr>
            <p:ph type="body" sz="quarter" idx="10"/>
          </p:nvPr>
        </p:nvSpPr>
        <p:spPr>
          <a:xfrm>
            <a:off x="828675" y="1287019"/>
            <a:ext cx="7500938" cy="3490374"/>
          </a:xfrm>
        </p:spPr>
        <p:txBody>
          <a:bodyPr vert="horz" lIns="0" tIns="0" rIns="0" bIns="0" rtlCol="0" anchor="t">
            <a:noAutofit/>
          </a:bodyPr>
          <a:lstStyle/>
          <a:p>
            <a:pPr marL="285750" indent="-285750" algn="l" rtl="0" fontAlgn="base">
              <a:buFont typeface="Arial" panose="020B0604020202020204" pitchFamily="34" charset="0"/>
              <a:buChar char="•"/>
            </a:pPr>
            <a:r>
              <a:rPr lang="en-US" sz="1800" b="0" i="0" u="none" strike="noStrike" dirty="0">
                <a:solidFill>
                  <a:srgbClr val="000000"/>
                </a:solidFill>
                <a:effectLst/>
              </a:rPr>
              <a:t>This is a</a:t>
            </a:r>
            <a:r>
              <a:rPr lang="en-GB" sz="1800" b="0" i="0" u="none" strike="noStrike" dirty="0">
                <a:solidFill>
                  <a:srgbClr val="000000"/>
                </a:solidFill>
                <a:effectLst/>
              </a:rPr>
              <a:t> </a:t>
            </a:r>
            <a:r>
              <a:rPr lang="en-US" sz="1800" b="0" i="0" u="none" strike="noStrike" dirty="0">
                <a:solidFill>
                  <a:srgbClr val="000000"/>
                </a:solidFill>
                <a:effectLst/>
              </a:rPr>
              <a:t>great opportunity for you — make sure you </a:t>
            </a:r>
            <a:r>
              <a:rPr lang="en-US" sz="1800" b="0" i="0" u="none" strike="noStrike" dirty="0" err="1">
                <a:solidFill>
                  <a:srgbClr val="000000"/>
                </a:solidFill>
                <a:effectLst/>
              </a:rPr>
              <a:t>maximise</a:t>
            </a:r>
            <a:r>
              <a:rPr lang="en-US" sz="1800" b="0" i="0" u="none" strike="noStrike" dirty="0">
                <a:solidFill>
                  <a:srgbClr val="000000"/>
                </a:solidFill>
                <a:effectLst/>
              </a:rPr>
              <a:t> it.</a:t>
            </a:r>
            <a:r>
              <a:rPr lang="en-US" sz="1800" b="0" i="0" dirty="0">
                <a:solidFill>
                  <a:srgbClr val="000000"/>
                </a:solidFill>
                <a:effectLst/>
              </a:rPr>
              <a:t>​</a:t>
            </a:r>
          </a:p>
          <a:p>
            <a:pPr marL="285750" indent="-285750" algn="l" rtl="0" fontAlgn="base">
              <a:buFont typeface="Arial" panose="020B0604020202020204" pitchFamily="34" charset="0"/>
              <a:buChar char="•"/>
            </a:pPr>
            <a:r>
              <a:rPr lang="en-US" sz="1800" b="0" i="0" u="none" strike="noStrike" dirty="0">
                <a:solidFill>
                  <a:srgbClr val="000000"/>
                </a:solidFill>
                <a:effectLst/>
              </a:rPr>
              <a:t>You represent us — Trinity College Dublin, SCSS &amp; Engineering.</a:t>
            </a:r>
            <a:r>
              <a:rPr lang="en-US" sz="1800" b="0" i="0" dirty="0">
                <a:solidFill>
                  <a:srgbClr val="000000"/>
                </a:solidFill>
                <a:effectLst/>
              </a:rPr>
              <a:t>​</a:t>
            </a:r>
          </a:p>
          <a:p>
            <a:pPr marL="285750" indent="-285750" algn="l" rtl="0" fontAlgn="base">
              <a:buFont typeface="Arial" panose="020B0604020202020204" pitchFamily="34" charset="0"/>
              <a:buChar char="•"/>
            </a:pPr>
            <a:r>
              <a:rPr lang="en-US" sz="1800" b="0" i="0" u="none" strike="noStrike" dirty="0">
                <a:solidFill>
                  <a:srgbClr val="000000"/>
                </a:solidFill>
                <a:effectLst/>
              </a:rPr>
              <a:t>You become an employee of your host for the duration of your internship.</a:t>
            </a:r>
            <a:r>
              <a:rPr lang="en-US" sz="1800" b="0" i="0" dirty="0">
                <a:solidFill>
                  <a:srgbClr val="000000"/>
                </a:solidFill>
                <a:effectLst/>
              </a:rPr>
              <a:t>​</a:t>
            </a:r>
          </a:p>
          <a:p>
            <a:pPr marL="285750" indent="-285750" algn="l" rtl="0" fontAlgn="base">
              <a:buFont typeface="Arial" panose="020B0604020202020204" pitchFamily="34" charset="0"/>
              <a:buChar char="•"/>
            </a:pPr>
            <a:r>
              <a:rPr lang="en-US" sz="1800" b="0" i="0" u="none" strike="noStrike" dirty="0">
                <a:solidFill>
                  <a:srgbClr val="000000"/>
                </a:solidFill>
                <a:effectLst/>
              </a:rPr>
              <a:t>At the same time, you will be working to pursue your academic goals.</a:t>
            </a:r>
            <a:r>
              <a:rPr lang="en-US" sz="1800" b="0" i="0" dirty="0">
                <a:solidFill>
                  <a:srgbClr val="000000"/>
                </a:solidFill>
                <a:effectLst/>
              </a:rPr>
              <a:t>​</a:t>
            </a:r>
          </a:p>
          <a:p>
            <a:pPr marL="285750" indent="-285750" algn="l" rtl="0" fontAlgn="base">
              <a:buFont typeface="Arial" panose="020B0604020202020204" pitchFamily="34" charset="0"/>
              <a:buChar char="•"/>
            </a:pPr>
            <a:r>
              <a:rPr lang="en-US" sz="1800" b="0" i="0" u="none" strike="noStrike" dirty="0">
                <a:solidFill>
                  <a:srgbClr val="000000"/>
                </a:solidFill>
                <a:effectLst/>
              </a:rPr>
              <a:t>Internship Window:</a:t>
            </a:r>
            <a:r>
              <a:rPr lang="en-US" sz="1800" b="0" i="0" dirty="0">
                <a:solidFill>
                  <a:srgbClr val="000000"/>
                </a:solidFill>
                <a:effectLst/>
              </a:rPr>
              <a:t>​</a:t>
            </a:r>
          </a:p>
          <a:p>
            <a:pPr marL="603250" lvl="1" indent="-285750" fontAlgn="base">
              <a:buFont typeface="Arial" panose="020B0604020202020204" pitchFamily="34" charset="0"/>
              <a:buChar char="•"/>
            </a:pPr>
            <a:r>
              <a:rPr lang="en-IE" sz="1800" i="0" u="none" strike="noStrike" dirty="0">
                <a:solidFill>
                  <a:srgbClr val="000000"/>
                </a:solidFill>
                <a:effectLst/>
              </a:rPr>
              <a:t>5 - 8</a:t>
            </a:r>
            <a:r>
              <a:rPr lang="en-US" sz="1800" i="0" u="none" strike="noStrike" dirty="0">
                <a:solidFill>
                  <a:srgbClr val="000000"/>
                </a:solidFill>
                <a:effectLst/>
              </a:rPr>
              <a:t> Months</a:t>
            </a:r>
            <a:r>
              <a:rPr lang="en-IE" sz="1800" i="0" u="none" strike="noStrike" dirty="0">
                <a:solidFill>
                  <a:srgbClr val="000000"/>
                </a:solidFill>
                <a:effectLst/>
              </a:rPr>
              <a:t>, January</a:t>
            </a:r>
            <a:r>
              <a:rPr lang="en-US" sz="1800" i="0" u="none" strike="noStrike" dirty="0">
                <a:solidFill>
                  <a:srgbClr val="000000"/>
                </a:solidFill>
                <a:effectLst/>
              </a:rPr>
              <a:t> 2027 </a:t>
            </a:r>
            <a:r>
              <a:rPr lang="en-IE" sz="1800" i="0" u="none" strike="noStrike" dirty="0">
                <a:solidFill>
                  <a:srgbClr val="000000"/>
                </a:solidFill>
                <a:effectLst/>
              </a:rPr>
              <a:t>–</a:t>
            </a:r>
            <a:r>
              <a:rPr lang="en-US" sz="1800" i="0" u="none" strike="noStrike" dirty="0">
                <a:solidFill>
                  <a:srgbClr val="000000"/>
                </a:solidFill>
                <a:effectLst/>
              </a:rPr>
              <a:t> June/July/</a:t>
            </a:r>
            <a:r>
              <a:rPr lang="en-IE" sz="1800" i="0" u="none" strike="noStrike" dirty="0">
                <a:solidFill>
                  <a:srgbClr val="000000"/>
                </a:solidFill>
                <a:effectLst/>
              </a:rPr>
              <a:t>August</a:t>
            </a:r>
            <a:r>
              <a:rPr lang="en-US" sz="1800" i="0" u="none" strike="noStrike" dirty="0">
                <a:solidFill>
                  <a:srgbClr val="000000"/>
                </a:solidFill>
                <a:effectLst/>
              </a:rPr>
              <a:t> 2027</a:t>
            </a:r>
            <a:r>
              <a:rPr lang="en-IE" sz="1800" i="0" u="none" strike="noStrike" dirty="0">
                <a:solidFill>
                  <a:srgbClr val="000000"/>
                </a:solidFill>
                <a:effectLst/>
              </a:rPr>
              <a:t>  </a:t>
            </a:r>
            <a:endParaRPr lang="en-US" sz="1800" i="0" dirty="0">
              <a:solidFill>
                <a:srgbClr val="000000"/>
              </a:solidFill>
              <a:effectLst/>
            </a:endParaRPr>
          </a:p>
          <a:p>
            <a:pPr algn="l" rtl="0" fontAlgn="base"/>
            <a:endParaRPr lang="en-US" b="0" i="0" dirty="0">
              <a:solidFill>
                <a:srgbClr val="000000"/>
              </a:solidFill>
              <a:effectLst/>
              <a:latin typeface="Segoe UI" panose="020B0502040204020203" pitchFamily="34" charset="0"/>
            </a:endParaRPr>
          </a:p>
        </p:txBody>
      </p:sp>
      <p:sp>
        <p:nvSpPr>
          <p:cNvPr id="4" name="Text Placeholder 3"/>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6</a:t>
            </a:fld>
            <a:endParaRPr lang="en-GB"/>
          </a:p>
        </p:txBody>
      </p:sp>
    </p:spTree>
    <p:extLst>
      <p:ext uri="{BB962C8B-B14F-4D97-AF65-F5344CB8AC3E}">
        <p14:creationId xmlns:p14="http://schemas.microsoft.com/office/powerpoint/2010/main" val="110587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The Big Picture (2)</a:t>
            </a:r>
          </a:p>
        </p:txBody>
      </p:sp>
      <p:sp>
        <p:nvSpPr>
          <p:cNvPr id="3" name="Text Placeholder 2"/>
          <p:cNvSpPr>
            <a:spLocks noGrp="1"/>
          </p:cNvSpPr>
          <p:nvPr>
            <p:ph type="body" sz="quarter" idx="10"/>
          </p:nvPr>
        </p:nvSpPr>
        <p:spPr/>
        <p:txBody>
          <a:bodyPr/>
          <a:lstStyle/>
          <a:p>
            <a:pPr marL="285750" indent="-285750" algn="l" rtl="0" fontAlgn="base">
              <a:buFont typeface="Arial" panose="020B0604020202020204" pitchFamily="34" charset="0"/>
              <a:buChar char="•"/>
            </a:pPr>
            <a:r>
              <a:rPr lang="en-US" sz="1800" b="0" i="0" u="none" strike="noStrike" dirty="0">
                <a:solidFill>
                  <a:srgbClr val="000000"/>
                </a:solidFill>
                <a:effectLst/>
              </a:rPr>
              <a:t>In Company</a:t>
            </a:r>
            <a:r>
              <a:rPr lang="en-US" sz="1800" b="0" i="0" dirty="0">
                <a:solidFill>
                  <a:srgbClr val="000000"/>
                </a:solidFill>
                <a:effectLst/>
              </a:rPr>
              <a:t>​</a:t>
            </a:r>
          </a:p>
          <a:p>
            <a:pPr marL="603250" lvl="1" indent="-285750" fontAlgn="base">
              <a:buFont typeface="Arial" panose="020B0604020202020204" pitchFamily="34" charset="0"/>
              <a:buChar char="•"/>
            </a:pPr>
            <a:r>
              <a:rPr lang="en-US" sz="1800" b="0" i="0" u="none" strike="noStrike" dirty="0">
                <a:solidFill>
                  <a:srgbClr val="000000"/>
                </a:solidFill>
                <a:effectLst/>
              </a:rPr>
              <a:t>You have</a:t>
            </a:r>
            <a:r>
              <a:rPr lang="en-GB" sz="1800" b="0" i="0" u="none" strike="noStrike" dirty="0">
                <a:solidFill>
                  <a:srgbClr val="000000"/>
                </a:solidFill>
                <a:effectLst/>
              </a:rPr>
              <a:t> </a:t>
            </a:r>
            <a:r>
              <a:rPr lang="en-US" sz="1800" b="0" i="0" u="none" strike="noStrike" dirty="0">
                <a:solidFill>
                  <a:srgbClr val="000000"/>
                </a:solidFill>
                <a:effectLst/>
              </a:rPr>
              <a:t>a</a:t>
            </a:r>
            <a:r>
              <a:rPr lang="en-GB" sz="1800" b="0" i="0" u="none" strike="noStrike" dirty="0">
                <a:solidFill>
                  <a:srgbClr val="000000"/>
                </a:solidFill>
                <a:effectLst/>
              </a:rPr>
              <a:t> </a:t>
            </a:r>
            <a:r>
              <a:rPr lang="en-US" sz="1800" b="0" i="0" u="none" strike="noStrike" dirty="0">
                <a:solidFill>
                  <a:srgbClr val="000000"/>
                </a:solidFill>
                <a:effectLst/>
              </a:rPr>
              <a:t>company supervisor or mentor.</a:t>
            </a:r>
            <a:r>
              <a:rPr lang="en-US" sz="1800" b="0" i="0" dirty="0">
                <a:solidFill>
                  <a:srgbClr val="000000"/>
                </a:solidFill>
                <a:effectLst/>
              </a:rPr>
              <a:t>​</a:t>
            </a:r>
          </a:p>
          <a:p>
            <a:pPr marL="603250" lvl="1" indent="-285750" fontAlgn="base">
              <a:buFont typeface="Arial" panose="020B0604020202020204" pitchFamily="34" charset="0"/>
              <a:buChar char="•"/>
            </a:pPr>
            <a:r>
              <a:rPr lang="en-US" sz="1800" b="0" i="0" u="none" strike="noStrike" dirty="0">
                <a:solidFill>
                  <a:srgbClr val="000000"/>
                </a:solidFill>
                <a:effectLst/>
              </a:rPr>
              <a:t>You do interesting &amp; challenging work.</a:t>
            </a:r>
            <a:r>
              <a:rPr lang="en-US" sz="1800" b="0" i="0" dirty="0">
                <a:solidFill>
                  <a:srgbClr val="000000"/>
                </a:solidFill>
                <a:effectLst/>
              </a:rPr>
              <a:t>​</a:t>
            </a:r>
          </a:p>
          <a:p>
            <a:pPr marL="603250" lvl="1" indent="-285750" fontAlgn="base">
              <a:buFont typeface="Arial" panose="020B0604020202020204" pitchFamily="34" charset="0"/>
              <a:buChar char="•"/>
            </a:pPr>
            <a:r>
              <a:rPr lang="en-US" sz="1800" b="0" i="0" u="none" strike="noStrike" dirty="0">
                <a:solidFill>
                  <a:srgbClr val="000000"/>
                </a:solidFill>
                <a:effectLst/>
              </a:rPr>
              <a:t>You have an academic liaison — a member of staff in SCSS.</a:t>
            </a:r>
            <a:r>
              <a:rPr lang="en-US" sz="1800" b="0" i="0" dirty="0">
                <a:solidFill>
                  <a:srgbClr val="000000"/>
                </a:solidFill>
                <a:effectLst/>
              </a:rPr>
              <a:t>​</a:t>
            </a:r>
          </a:p>
          <a:p>
            <a:pPr algn="l" rtl="0" fontAlgn="base"/>
            <a:endParaRPr lang="en-US" b="0" i="0" dirty="0">
              <a:solidFill>
                <a:srgbClr val="000000"/>
              </a:solidFill>
              <a:effectLst/>
              <a:latin typeface="Segoe UI" panose="020B0502040204020203" pitchFamily="34" charset="0"/>
            </a:endParaRPr>
          </a:p>
        </p:txBody>
      </p:sp>
      <p:sp>
        <p:nvSpPr>
          <p:cNvPr id="4" name="Text Placeholder 3"/>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7</a:t>
            </a:fld>
            <a:endParaRPr lang="en-GB"/>
          </a:p>
        </p:txBody>
      </p:sp>
    </p:spTree>
    <p:extLst>
      <p:ext uri="{BB962C8B-B14F-4D97-AF65-F5344CB8AC3E}">
        <p14:creationId xmlns:p14="http://schemas.microsoft.com/office/powerpoint/2010/main" val="1683934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Representing TCD</a:t>
            </a:r>
          </a:p>
        </p:txBody>
      </p:sp>
      <p:sp>
        <p:nvSpPr>
          <p:cNvPr id="3" name="Text Placeholder 2"/>
          <p:cNvSpPr>
            <a:spLocks noGrp="1"/>
          </p:cNvSpPr>
          <p:nvPr>
            <p:ph type="body" sz="quarter" idx="10"/>
          </p:nvPr>
        </p:nvSpPr>
        <p:spPr>
          <a:xfrm>
            <a:off x="353634" y="1605567"/>
            <a:ext cx="7542538" cy="2990766"/>
          </a:xfrm>
        </p:spPr>
        <p:txBody>
          <a:bodyPr vert="horz" lIns="0" tIns="0" rIns="0" bIns="0" rtlCol="0" anchor="t">
            <a:noAutofit/>
          </a:bodyPr>
          <a:lstStyle/>
          <a:p>
            <a:pPr marL="285750" indent="-285750" algn="l" rtl="0" fontAlgn="base">
              <a:buFont typeface="Arial" panose="020B0604020202020204" pitchFamily="34" charset="0"/>
              <a:buChar char="•"/>
            </a:pPr>
            <a:r>
              <a:rPr lang="en-US" sz="1800" b="0" i="0" u="none" strike="noStrike">
                <a:solidFill>
                  <a:srgbClr val="000000"/>
                </a:solidFill>
                <a:effectLst/>
              </a:rPr>
              <a:t>The internship is an integral part of your education at TCD.</a:t>
            </a:r>
            <a:r>
              <a:rPr lang="en-US" sz="1800" b="0" i="0">
                <a:solidFill>
                  <a:srgbClr val="000000"/>
                </a:solidFill>
                <a:effectLst/>
              </a:rPr>
              <a:t>​</a:t>
            </a:r>
          </a:p>
          <a:p>
            <a:pPr marL="285750" indent="-285750" algn="l" rtl="0" fontAlgn="base">
              <a:buFont typeface="Arial" panose="020B0604020202020204" pitchFamily="34" charset="0"/>
              <a:buChar char="•"/>
            </a:pPr>
            <a:r>
              <a:rPr lang="en-US" sz="1800" b="0" i="0" u="none" strike="noStrike">
                <a:solidFill>
                  <a:srgbClr val="000000"/>
                </a:solidFill>
                <a:effectLst/>
              </a:rPr>
              <a:t>Our reputation is part of the reason you obtained the internship.</a:t>
            </a:r>
            <a:r>
              <a:rPr lang="en-US" sz="1800" b="0" i="0">
                <a:solidFill>
                  <a:srgbClr val="000000"/>
                </a:solidFill>
                <a:effectLst/>
              </a:rPr>
              <a:t>​</a:t>
            </a:r>
          </a:p>
          <a:p>
            <a:pPr marL="285750" indent="-285750" fontAlgn="base">
              <a:buFont typeface="Arial" panose="020B0604020202020204" pitchFamily="34" charset="0"/>
              <a:buChar char="•"/>
            </a:pPr>
            <a:r>
              <a:rPr lang="en-US" sz="1800" b="0" i="0" u="none" strike="noStrike">
                <a:solidFill>
                  <a:srgbClr val="000000"/>
                </a:solidFill>
                <a:effectLst/>
              </a:rPr>
              <a:t>Please make every effort to maintain and enhance that reputation </a:t>
            </a:r>
            <a:r>
              <a:rPr lang="en-US" sz="1800" b="0">
                <a:solidFill>
                  <a:srgbClr val="000000"/>
                </a:solidFill>
              </a:rPr>
              <a:t>for yourself </a:t>
            </a:r>
            <a:r>
              <a:rPr lang="en-US" sz="1800" b="0" i="0" u="none" strike="noStrike">
                <a:solidFill>
                  <a:srgbClr val="000000"/>
                </a:solidFill>
                <a:effectLst/>
              </a:rPr>
              <a:t>and future interns.</a:t>
            </a:r>
            <a:r>
              <a:rPr lang="en-US" sz="1800" b="0" i="0">
                <a:solidFill>
                  <a:srgbClr val="000000"/>
                </a:solidFill>
                <a:effectLst/>
              </a:rPr>
              <a:t>​</a:t>
            </a:r>
            <a:endParaRPr lang="en-US" sz="1800" b="0" i="0">
              <a:solidFill>
                <a:srgbClr val="000000"/>
              </a:solidFill>
              <a:effectLst/>
              <a:cs typeface="Calibri"/>
            </a:endParaRPr>
          </a:p>
          <a:p>
            <a:pPr marL="285750" indent="-285750" algn="l" rtl="0" fontAlgn="base">
              <a:buFont typeface="Arial" panose="020B0604020202020204" pitchFamily="34" charset="0"/>
              <a:buChar char="•"/>
            </a:pPr>
            <a:r>
              <a:rPr lang="en-US" sz="1800" b="0" i="0" u="none" strike="noStrike">
                <a:solidFill>
                  <a:srgbClr val="000000"/>
                </a:solidFill>
                <a:effectLst/>
              </a:rPr>
              <a:t>Make every effort to be a </a:t>
            </a:r>
            <a:r>
              <a:rPr lang="en-US" sz="1800" b="0" i="1" u="none" strike="noStrike">
                <a:solidFill>
                  <a:srgbClr val="000000"/>
                </a:solidFill>
                <a:effectLst/>
              </a:rPr>
              <a:t>useful </a:t>
            </a:r>
            <a:r>
              <a:rPr lang="en-US" sz="1800" b="0" i="0" u="none" strike="noStrike">
                <a:solidFill>
                  <a:srgbClr val="000000"/>
                </a:solidFill>
                <a:effectLst/>
              </a:rPr>
              <a:t>and </a:t>
            </a:r>
            <a:r>
              <a:rPr lang="en-US" sz="1800" b="0" i="1" u="none" strike="noStrike">
                <a:solidFill>
                  <a:srgbClr val="000000"/>
                </a:solidFill>
                <a:effectLst/>
              </a:rPr>
              <a:t>cooperative professional </a:t>
            </a:r>
            <a:r>
              <a:rPr lang="en-US" sz="1800" b="0" i="0" u="none" strike="noStrike">
                <a:solidFill>
                  <a:srgbClr val="000000"/>
                </a:solidFill>
                <a:effectLst/>
              </a:rPr>
              <a:t>.</a:t>
            </a:r>
            <a:r>
              <a:rPr lang="en-US" sz="1800" b="0" i="0">
                <a:solidFill>
                  <a:srgbClr val="000000"/>
                </a:solidFill>
                <a:effectLst/>
              </a:rPr>
              <a:t>​</a:t>
            </a:r>
          </a:p>
          <a:p>
            <a:pPr marL="285750" indent="-285750" algn="l" rtl="0" fontAlgn="base">
              <a:buFont typeface="Arial" panose="020B0604020202020204" pitchFamily="34" charset="0"/>
              <a:buChar char="•"/>
            </a:pPr>
            <a:r>
              <a:rPr lang="en-US" sz="1800" b="0" i="0" u="none" strike="noStrike">
                <a:solidFill>
                  <a:srgbClr val="000000"/>
                </a:solidFill>
                <a:effectLst/>
              </a:rPr>
              <a:t>Bear in mind that the patterns of work and </a:t>
            </a:r>
            <a:r>
              <a:rPr lang="en-US" sz="1800" b="0" i="0" u="none" strike="noStrike" err="1">
                <a:solidFill>
                  <a:srgbClr val="000000"/>
                </a:solidFill>
                <a:effectLst/>
              </a:rPr>
              <a:t>behaviour</a:t>
            </a:r>
            <a:r>
              <a:rPr lang="en-US" sz="1800" b="0" i="0" u="none" strike="noStrike">
                <a:solidFill>
                  <a:srgbClr val="000000"/>
                </a:solidFill>
                <a:effectLst/>
              </a:rPr>
              <a:t> are very different between College and the workplace – example, time keeping!</a:t>
            </a:r>
            <a:r>
              <a:rPr lang="en-US" sz="1800" b="0" i="0">
                <a:solidFill>
                  <a:srgbClr val="000000"/>
                </a:solidFill>
                <a:effectLst/>
              </a:rPr>
              <a:t>​</a:t>
            </a:r>
          </a:p>
          <a:p>
            <a:pPr marL="285750" indent="-285750" algn="l" rtl="0" fontAlgn="base">
              <a:buFont typeface="Arial" panose="020B0604020202020204" pitchFamily="34" charset="0"/>
              <a:buChar char="•"/>
            </a:pPr>
            <a:r>
              <a:rPr lang="en-US" sz="1800" b="0" i="0" u="none" strike="noStrike">
                <a:solidFill>
                  <a:srgbClr val="000000"/>
                </a:solidFill>
                <a:effectLst/>
              </a:rPr>
              <a:t>Remember you are TCD “ambassadors”.</a:t>
            </a:r>
            <a:endParaRPr lang="en-US" sz="1800" b="0" i="0">
              <a:solidFill>
                <a:srgbClr val="000000"/>
              </a:solidFill>
              <a:effectLst/>
            </a:endParaRPr>
          </a:p>
          <a:p>
            <a:pPr algn="l" rtl="0" fontAlgn="base"/>
            <a:endParaRPr lang="en-US" b="0" i="0">
              <a:solidFill>
                <a:srgbClr val="000000"/>
              </a:solidFill>
              <a:effectLst/>
              <a:latin typeface="Segoe UI" panose="020B0502040204020203" pitchFamily="34" charset="0"/>
            </a:endParaRPr>
          </a:p>
        </p:txBody>
      </p:sp>
      <p:sp>
        <p:nvSpPr>
          <p:cNvPr id="6" name="Text Placeholder 5">
            <a:extLst>
              <a:ext uri="{FF2B5EF4-FFF2-40B4-BE49-F238E27FC236}">
                <a16:creationId xmlns:a16="http://schemas.microsoft.com/office/drawing/2014/main" id="{6A70CB8E-8BE5-08C3-9DF1-C0D386CD4991}"/>
              </a:ext>
            </a:extLst>
          </p:cNvPr>
          <p:cNvSpPr>
            <a:spLocks noGrp="1"/>
          </p:cNvSpPr>
          <p:nvPr>
            <p:ph type="body" sz="quarter" idx="11"/>
          </p:nvPr>
        </p:nvSpPr>
        <p:spPr/>
        <p:txBody>
          <a:bodyPr/>
          <a:lstStyle/>
          <a:p>
            <a:endParaRPr lang="en-IE"/>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p:txBody>
          <a:bodyPr/>
          <a:lstStyle/>
          <a:p>
            <a:fld id="{DDBE135E-2566-4748-853C-8A3B78F0FB00}" type="slidenum">
              <a:rPr lang="en-GB" smtClean="0"/>
              <a:pPr/>
              <a:t>8</a:t>
            </a:fld>
            <a:endParaRPr lang="en-GB"/>
          </a:p>
        </p:txBody>
      </p:sp>
      <p:pic>
        <p:nvPicPr>
          <p:cNvPr id="8" name="Picture 7">
            <a:extLst>
              <a:ext uri="{FF2B5EF4-FFF2-40B4-BE49-F238E27FC236}">
                <a16:creationId xmlns:a16="http://schemas.microsoft.com/office/drawing/2014/main" id="{E85F9F71-B72D-E9C7-3815-13716FB6D870}"/>
              </a:ext>
            </a:extLst>
          </p:cNvPr>
          <p:cNvPicPr>
            <a:picLocks noChangeAspect="1"/>
          </p:cNvPicPr>
          <p:nvPr/>
        </p:nvPicPr>
        <p:blipFill rotWithShape="1">
          <a:blip r:embed="rId2"/>
          <a:srcRect t="20104" b="18134"/>
          <a:stretch/>
        </p:blipFill>
        <p:spPr>
          <a:xfrm>
            <a:off x="4738448" y="94478"/>
            <a:ext cx="4248942" cy="905377"/>
          </a:xfrm>
          <a:prstGeom prst="rect">
            <a:avLst/>
          </a:prstGeom>
        </p:spPr>
      </p:pic>
    </p:spTree>
    <p:extLst>
      <p:ext uri="{BB962C8B-B14F-4D97-AF65-F5344CB8AC3E}">
        <p14:creationId xmlns:p14="http://schemas.microsoft.com/office/powerpoint/2010/main" val="3635562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Learning Outcomes</a:t>
            </a:r>
          </a:p>
        </p:txBody>
      </p:sp>
      <p:sp>
        <p:nvSpPr>
          <p:cNvPr id="3" name="Text Placeholder 2"/>
          <p:cNvSpPr>
            <a:spLocks noGrp="1"/>
          </p:cNvSpPr>
          <p:nvPr>
            <p:ph type="body" sz="quarter" idx="10"/>
          </p:nvPr>
        </p:nvSpPr>
        <p:spPr>
          <a:xfrm>
            <a:off x="273600" y="1302191"/>
            <a:ext cx="8056013" cy="3453632"/>
          </a:xfrm>
        </p:spPr>
        <p:txBody>
          <a:bodyPr vert="horz" lIns="0" tIns="0" rIns="0" bIns="0" rtlCol="0" anchor="t">
            <a:noAutofit/>
          </a:bodyPr>
          <a:lstStyle/>
          <a:p>
            <a:pPr marL="285750" indent="-285750" fontAlgn="base">
              <a:buFont typeface="Arial" panose="020B0604020202020204" pitchFamily="34" charset="0"/>
              <a:buChar char="•"/>
            </a:pPr>
            <a:r>
              <a:rPr lang="en-US" sz="1800" i="0" u="none" strike="noStrike">
                <a:solidFill>
                  <a:srgbClr val="000000"/>
                </a:solidFill>
                <a:effectLst/>
              </a:rPr>
              <a:t>Contribute</a:t>
            </a:r>
            <a:r>
              <a:rPr lang="en-US" sz="1800" b="0" i="0" u="none" strike="noStrike">
                <a:solidFill>
                  <a:srgbClr val="000000"/>
                </a:solidFill>
                <a:effectLst/>
              </a:rPr>
              <a:t> to the design and development of systems at the forefront of</a:t>
            </a:r>
            <a:r>
              <a:rPr lang="en-US" sz="1800" b="0">
                <a:solidFill>
                  <a:srgbClr val="000000"/>
                </a:solidFill>
              </a:rPr>
              <a:t> computer </a:t>
            </a:r>
            <a:r>
              <a:rPr lang="en-US" sz="1800" b="0" i="0" u="none" strike="noStrike">
                <a:solidFill>
                  <a:srgbClr val="000000"/>
                </a:solidFill>
                <a:effectLst/>
              </a:rPr>
              <a:t>science and critically evaluate their performance</a:t>
            </a:r>
            <a:r>
              <a:rPr lang="en-US" sz="1800" b="0" i="0">
                <a:solidFill>
                  <a:srgbClr val="000000"/>
                </a:solidFill>
                <a:effectLst/>
              </a:rPr>
              <a:t>​</a:t>
            </a:r>
          </a:p>
          <a:p>
            <a:pPr marL="285750" indent="-285750" algn="l" rtl="0" fontAlgn="base">
              <a:buFont typeface="Arial" panose="020B0604020202020204" pitchFamily="34" charset="0"/>
              <a:buChar char="•"/>
            </a:pPr>
            <a:r>
              <a:rPr lang="en-US" sz="1800" i="0" u="none" strike="noStrike">
                <a:solidFill>
                  <a:srgbClr val="000000"/>
                </a:solidFill>
                <a:effectLst/>
              </a:rPr>
              <a:t>Apply</a:t>
            </a:r>
            <a:r>
              <a:rPr lang="en-US" sz="1800" b="0" i="0" u="none" strike="noStrike">
                <a:solidFill>
                  <a:srgbClr val="000000"/>
                </a:solidFill>
                <a:effectLst/>
              </a:rPr>
              <a:t> theoretical knowledge in an industrial or research laboratory setting to  solve real world problems</a:t>
            </a:r>
            <a:r>
              <a:rPr lang="en-US" sz="1800" b="0" i="0">
                <a:solidFill>
                  <a:srgbClr val="000000"/>
                </a:solidFill>
                <a:effectLst/>
              </a:rPr>
              <a:t>​</a:t>
            </a:r>
          </a:p>
          <a:p>
            <a:pPr marL="285750" indent="-285750" algn="l" rtl="0" fontAlgn="base">
              <a:buFont typeface="Arial" panose="020B0604020202020204" pitchFamily="34" charset="0"/>
              <a:buChar char="•"/>
            </a:pPr>
            <a:r>
              <a:rPr lang="en-US" sz="1800" i="0" u="none" strike="noStrike">
                <a:solidFill>
                  <a:srgbClr val="000000"/>
                </a:solidFill>
                <a:effectLst/>
              </a:rPr>
              <a:t>Practice and further develop skills </a:t>
            </a:r>
            <a:r>
              <a:rPr lang="en-US" sz="1800" b="0" i="0" u="none" strike="noStrike">
                <a:solidFill>
                  <a:srgbClr val="000000"/>
                </a:solidFill>
                <a:effectLst/>
              </a:rPr>
              <a:t>in communication, management and  teamwork</a:t>
            </a:r>
            <a:r>
              <a:rPr lang="en-US" sz="1800" b="0" i="0">
                <a:solidFill>
                  <a:srgbClr val="000000"/>
                </a:solidFill>
                <a:effectLst/>
              </a:rPr>
              <a:t>​</a:t>
            </a:r>
          </a:p>
          <a:p>
            <a:pPr marL="285750" indent="-285750" algn="l" rtl="0" fontAlgn="base">
              <a:buFont typeface="Arial" panose="020B0604020202020204" pitchFamily="34" charset="0"/>
              <a:buChar char="•"/>
            </a:pPr>
            <a:r>
              <a:rPr lang="en-US" sz="1800" i="0" u="none" strike="noStrike">
                <a:solidFill>
                  <a:srgbClr val="000000"/>
                </a:solidFill>
                <a:effectLst/>
              </a:rPr>
              <a:t>Practice and further develop skills </a:t>
            </a:r>
            <a:r>
              <a:rPr lang="en-US" sz="1800" b="0" i="0" u="none" strike="noStrike">
                <a:solidFill>
                  <a:srgbClr val="000000"/>
                </a:solidFill>
                <a:effectLst/>
              </a:rPr>
              <a:t>in time management and reporting within an industrial or research laboratory setting</a:t>
            </a:r>
            <a:r>
              <a:rPr lang="en-US" sz="1800" b="0" i="0">
                <a:solidFill>
                  <a:srgbClr val="000000"/>
                </a:solidFill>
                <a:effectLst/>
              </a:rPr>
              <a:t>​</a:t>
            </a:r>
          </a:p>
          <a:p>
            <a:pPr marL="285750" indent="-285750" algn="l" rtl="0" fontAlgn="base">
              <a:buFont typeface="Arial" panose="020B0604020202020204" pitchFamily="34" charset="0"/>
              <a:buChar char="•"/>
            </a:pPr>
            <a:r>
              <a:rPr lang="en-US" sz="1800" i="0" u="none" strike="noStrike">
                <a:solidFill>
                  <a:srgbClr val="000000"/>
                </a:solidFill>
                <a:effectLst/>
              </a:rPr>
              <a:t>Contribute</a:t>
            </a:r>
            <a:r>
              <a:rPr lang="en-US" sz="1800" b="0" i="0" u="none" strike="noStrike">
                <a:solidFill>
                  <a:srgbClr val="000000"/>
                </a:solidFill>
                <a:effectLst/>
              </a:rPr>
              <a:t> to an ethical and professional work culture</a:t>
            </a:r>
            <a:endParaRPr lang="en-US" sz="1800" b="0" i="0">
              <a:solidFill>
                <a:srgbClr val="000000"/>
              </a:solidFill>
              <a:effectLst/>
            </a:endParaRPr>
          </a:p>
          <a:p>
            <a:pPr algn="l" rtl="0" fontAlgn="base"/>
            <a:endParaRPr lang="en-US" b="0" i="0">
              <a:solidFill>
                <a:srgbClr val="000000"/>
              </a:solidFill>
              <a:effectLst/>
              <a:latin typeface="Segoe UI" panose="020B0502040204020203" pitchFamily="34" charset="0"/>
            </a:endParaRPr>
          </a:p>
        </p:txBody>
      </p:sp>
      <p:sp>
        <p:nvSpPr>
          <p:cNvPr id="4" name="Text Placeholder 3"/>
          <p:cNvSpPr>
            <a:spLocks noGrp="1"/>
          </p:cNvSpPr>
          <p:nvPr>
            <p:ph type="body" sz="quarter" idx="11"/>
          </p:nvPr>
        </p:nvSpPr>
        <p:spPr/>
        <p:txBody>
          <a:bodyPr/>
          <a:lstStyle/>
          <a:p>
            <a:endParaRPr lang="en-GB"/>
          </a:p>
        </p:txBody>
      </p:sp>
      <p:sp>
        <p:nvSpPr>
          <p:cNvPr id="5" name="Slide Number Placeholder 4">
            <a:extLst>
              <a:ext uri="{FF2B5EF4-FFF2-40B4-BE49-F238E27FC236}">
                <a16:creationId xmlns:a16="http://schemas.microsoft.com/office/drawing/2014/main" id="{0352E26E-3FA3-004E-AE8F-EF74CEC96E15}"/>
              </a:ext>
            </a:extLst>
          </p:cNvPr>
          <p:cNvSpPr>
            <a:spLocks noGrp="1"/>
          </p:cNvSpPr>
          <p:nvPr>
            <p:ph type="sldNum" sz="quarter" idx="4"/>
          </p:nvPr>
        </p:nvSpPr>
        <p:spPr>
          <a:xfrm>
            <a:off x="8039513" y="4881249"/>
            <a:ext cx="290100" cy="191861"/>
          </a:xfrm>
        </p:spPr>
        <p:txBody>
          <a:bodyPr/>
          <a:lstStyle/>
          <a:p>
            <a:fld id="{DDBE135E-2566-4748-853C-8A3B78F0FB00}" type="slidenum">
              <a:rPr lang="en-GB" smtClean="0"/>
              <a:pPr/>
              <a:t>9</a:t>
            </a:fld>
            <a:endParaRPr lang="en-GB"/>
          </a:p>
        </p:txBody>
      </p:sp>
    </p:spTree>
    <p:extLst>
      <p:ext uri="{BB962C8B-B14F-4D97-AF65-F5344CB8AC3E}">
        <p14:creationId xmlns:p14="http://schemas.microsoft.com/office/powerpoint/2010/main" val="29901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0B118-1D8C-D4D8-E4F9-9CAEB9E8BC32}"/>
              </a:ext>
            </a:extLst>
          </p:cNvPr>
          <p:cNvSpPr>
            <a:spLocks noGrp="1"/>
          </p:cNvSpPr>
          <p:nvPr>
            <p:ph type="title"/>
          </p:nvPr>
        </p:nvSpPr>
        <p:spPr/>
        <p:txBody>
          <a:bodyPr/>
          <a:lstStyle/>
          <a:p>
            <a:r>
              <a:rPr lang="en-GB" dirty="0"/>
              <a:t>Assessment</a:t>
            </a:r>
            <a:endParaRPr lang="en-IE" dirty="0"/>
          </a:p>
        </p:txBody>
      </p:sp>
      <p:sp>
        <p:nvSpPr>
          <p:cNvPr id="3" name="Text Placeholder 2">
            <a:extLst>
              <a:ext uri="{FF2B5EF4-FFF2-40B4-BE49-F238E27FC236}">
                <a16:creationId xmlns:a16="http://schemas.microsoft.com/office/drawing/2014/main" id="{C1A9F1B9-CF01-71BC-6FE5-D3C7A47A36E6}"/>
              </a:ext>
            </a:extLst>
          </p:cNvPr>
          <p:cNvSpPr>
            <a:spLocks noGrp="1"/>
          </p:cNvSpPr>
          <p:nvPr>
            <p:ph type="body" sz="quarter" idx="10"/>
          </p:nvPr>
        </p:nvSpPr>
        <p:spPr/>
        <p:txBody>
          <a:bodyPr/>
          <a:lstStyle/>
          <a:p>
            <a:pPr>
              <a:spcBef>
                <a:spcPts val="600"/>
              </a:spcBef>
            </a:pPr>
            <a:r>
              <a:rPr lang="en-IE" b="0" dirty="0"/>
              <a:t>The CS7091 – Internship module is assessed as a Pass/Fail.</a:t>
            </a:r>
            <a:r>
              <a:rPr lang="en-IE" b="0" i="1" dirty="0"/>
              <a:t> </a:t>
            </a:r>
            <a:r>
              <a:rPr lang="en-IE" b="0" dirty="0"/>
              <a:t>The assessment consists of 2 parts:</a:t>
            </a:r>
          </a:p>
          <a:p>
            <a:pPr marL="342900" lvl="0" indent="-342900">
              <a:spcBef>
                <a:spcPts val="600"/>
              </a:spcBef>
              <a:buFont typeface="Arial" panose="020B0604020202020204" pitchFamily="34" charset="0"/>
              <a:buChar char="•"/>
            </a:pPr>
            <a:r>
              <a:rPr lang="en-IE" b="0" dirty="0"/>
              <a:t>CS7091-Part1 (50%) – Mid-term Report and Presentation (usually in-company)</a:t>
            </a:r>
          </a:p>
          <a:p>
            <a:pPr marL="342900" lvl="0" indent="-342900">
              <a:spcBef>
                <a:spcPts val="600"/>
              </a:spcBef>
              <a:buFont typeface="Arial" panose="020B0604020202020204" pitchFamily="34" charset="0"/>
              <a:buChar char="•"/>
            </a:pPr>
            <a:r>
              <a:rPr lang="en-IE" b="0" dirty="0"/>
              <a:t>CS7091-Part2 (50%) – Final Report</a:t>
            </a:r>
          </a:p>
          <a:p>
            <a:pPr>
              <a:spcBef>
                <a:spcPts val="600"/>
              </a:spcBef>
            </a:pPr>
            <a:r>
              <a:rPr lang="en-IE" dirty="0"/>
              <a:t>MCS-pathway students must pass both parts of their internship assessment in order to proceed. </a:t>
            </a:r>
            <a:r>
              <a:rPr lang="en-IE" b="0" dirty="0"/>
              <a:t>Internship marks do not contribute to the overall 4</a:t>
            </a:r>
            <a:r>
              <a:rPr lang="en-IE" b="0" baseline="30000" dirty="0"/>
              <a:t>th</a:t>
            </a:r>
            <a:r>
              <a:rPr lang="en-IE" b="0" dirty="0"/>
              <a:t> year mark for MCS-pathway students. 4</a:t>
            </a:r>
            <a:r>
              <a:rPr lang="en-IE" b="0" baseline="30000" dirty="0"/>
              <a:t>th</a:t>
            </a:r>
            <a:r>
              <a:rPr lang="en-IE" b="0" dirty="0"/>
              <a:t> year marks are calculated based on 4</a:t>
            </a:r>
            <a:r>
              <a:rPr lang="en-IE" b="0" baseline="30000" dirty="0"/>
              <a:t>th</a:t>
            </a:r>
            <a:r>
              <a:rPr lang="en-IE" b="0" dirty="0"/>
              <a:t> year taught modules only.</a:t>
            </a:r>
          </a:p>
          <a:p>
            <a:endParaRPr lang="en-IE" dirty="0"/>
          </a:p>
        </p:txBody>
      </p:sp>
      <p:sp>
        <p:nvSpPr>
          <p:cNvPr id="4" name="Text Placeholder 3">
            <a:extLst>
              <a:ext uri="{FF2B5EF4-FFF2-40B4-BE49-F238E27FC236}">
                <a16:creationId xmlns:a16="http://schemas.microsoft.com/office/drawing/2014/main" id="{442E6391-F855-BAD6-2058-FEF3D08F83C5}"/>
              </a:ext>
            </a:extLst>
          </p:cNvPr>
          <p:cNvSpPr>
            <a:spLocks noGrp="1"/>
          </p:cNvSpPr>
          <p:nvPr>
            <p:ph type="body" sz="quarter" idx="11"/>
          </p:nvPr>
        </p:nvSpPr>
        <p:spPr/>
        <p:txBody>
          <a:bodyPr/>
          <a:lstStyle/>
          <a:p>
            <a:endParaRPr lang="en-IE"/>
          </a:p>
        </p:txBody>
      </p:sp>
      <p:sp>
        <p:nvSpPr>
          <p:cNvPr id="5" name="Slide Number Placeholder 4">
            <a:extLst>
              <a:ext uri="{FF2B5EF4-FFF2-40B4-BE49-F238E27FC236}">
                <a16:creationId xmlns:a16="http://schemas.microsoft.com/office/drawing/2014/main" id="{8FAB6741-F1E3-5510-2162-FDE14B778EDA}"/>
              </a:ext>
            </a:extLst>
          </p:cNvPr>
          <p:cNvSpPr>
            <a:spLocks noGrp="1"/>
          </p:cNvSpPr>
          <p:nvPr>
            <p:ph type="sldNum" sz="quarter" idx="4"/>
          </p:nvPr>
        </p:nvSpPr>
        <p:spPr/>
        <p:txBody>
          <a:bodyPr/>
          <a:lstStyle/>
          <a:p>
            <a:fld id="{DDBE135E-2566-4748-853C-8A3B78F0FB00}" type="slidenum">
              <a:rPr lang="en-GB" smtClean="0"/>
              <a:pPr/>
              <a:t>10</a:t>
            </a:fld>
            <a:endParaRPr lang="en-GB"/>
          </a:p>
        </p:txBody>
      </p:sp>
    </p:spTree>
    <p:extLst>
      <p:ext uri="{BB962C8B-B14F-4D97-AF65-F5344CB8AC3E}">
        <p14:creationId xmlns:p14="http://schemas.microsoft.com/office/powerpoint/2010/main" val="2444523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DBEB-DD72-F53D-A4E1-38988773F428}"/>
              </a:ext>
            </a:extLst>
          </p:cNvPr>
          <p:cNvSpPr>
            <a:spLocks noGrp="1"/>
          </p:cNvSpPr>
          <p:nvPr>
            <p:ph type="title"/>
          </p:nvPr>
        </p:nvSpPr>
        <p:spPr/>
        <p:txBody>
          <a:bodyPr/>
          <a:lstStyle/>
          <a:p>
            <a:r>
              <a:rPr lang="en-GB" dirty="0"/>
              <a:t>Assessment</a:t>
            </a:r>
            <a:endParaRPr lang="en-IE" dirty="0"/>
          </a:p>
        </p:txBody>
      </p:sp>
      <p:sp>
        <p:nvSpPr>
          <p:cNvPr id="4" name="Text Placeholder 3">
            <a:extLst>
              <a:ext uri="{FF2B5EF4-FFF2-40B4-BE49-F238E27FC236}">
                <a16:creationId xmlns:a16="http://schemas.microsoft.com/office/drawing/2014/main" id="{A6C471EB-461C-F6ED-8F42-A1E667E2A4EE}"/>
              </a:ext>
            </a:extLst>
          </p:cNvPr>
          <p:cNvSpPr>
            <a:spLocks noGrp="1"/>
          </p:cNvSpPr>
          <p:nvPr>
            <p:ph type="body" sz="quarter" idx="11"/>
          </p:nvPr>
        </p:nvSpPr>
        <p:spPr/>
        <p:txBody>
          <a:bodyPr/>
          <a:lstStyle/>
          <a:p>
            <a:endParaRPr lang="en-IE" dirty="0"/>
          </a:p>
        </p:txBody>
      </p:sp>
      <p:sp>
        <p:nvSpPr>
          <p:cNvPr id="5" name="Slide Number Placeholder 4">
            <a:extLst>
              <a:ext uri="{FF2B5EF4-FFF2-40B4-BE49-F238E27FC236}">
                <a16:creationId xmlns:a16="http://schemas.microsoft.com/office/drawing/2014/main" id="{F1A4DFFC-7A00-C74B-B596-3F37141C0DB9}"/>
              </a:ext>
            </a:extLst>
          </p:cNvPr>
          <p:cNvSpPr>
            <a:spLocks noGrp="1"/>
          </p:cNvSpPr>
          <p:nvPr>
            <p:ph type="sldNum" sz="quarter" idx="4"/>
          </p:nvPr>
        </p:nvSpPr>
        <p:spPr/>
        <p:txBody>
          <a:bodyPr/>
          <a:lstStyle/>
          <a:p>
            <a:fld id="{DDBE135E-2566-4748-853C-8A3B78F0FB00}" type="slidenum">
              <a:rPr lang="en-GB" smtClean="0"/>
              <a:pPr/>
              <a:t>11</a:t>
            </a:fld>
            <a:endParaRPr lang="en-GB"/>
          </a:p>
        </p:txBody>
      </p:sp>
      <p:graphicFrame>
        <p:nvGraphicFramePr>
          <p:cNvPr id="10" name="Table 9">
            <a:extLst>
              <a:ext uri="{FF2B5EF4-FFF2-40B4-BE49-F238E27FC236}">
                <a16:creationId xmlns:a16="http://schemas.microsoft.com/office/drawing/2014/main" id="{A49353FD-DD7F-3013-49F2-514A370772B8}"/>
              </a:ext>
            </a:extLst>
          </p:cNvPr>
          <p:cNvGraphicFramePr>
            <a:graphicFrameLocks noGrp="1"/>
          </p:cNvGraphicFramePr>
          <p:nvPr>
            <p:extLst>
              <p:ext uri="{D42A27DB-BD31-4B8C-83A1-F6EECF244321}">
                <p14:modId xmlns:p14="http://schemas.microsoft.com/office/powerpoint/2010/main" val="1497851433"/>
              </p:ext>
            </p:extLst>
          </p:nvPr>
        </p:nvGraphicFramePr>
        <p:xfrm>
          <a:off x="557784" y="1308781"/>
          <a:ext cx="8028432" cy="3004101"/>
        </p:xfrm>
        <a:graphic>
          <a:graphicData uri="http://schemas.openxmlformats.org/drawingml/2006/table">
            <a:tbl>
              <a:tblPr firstRow="1" bandRow="1">
                <a:tableStyleId>{5C22544A-7EE6-4342-B048-85BDC9FD1C3A}</a:tableStyleId>
              </a:tblPr>
              <a:tblGrid>
                <a:gridCol w="1558099">
                  <a:extLst>
                    <a:ext uri="{9D8B030D-6E8A-4147-A177-3AD203B41FA5}">
                      <a16:colId xmlns:a16="http://schemas.microsoft.com/office/drawing/2014/main" val="951060109"/>
                    </a:ext>
                  </a:extLst>
                </a:gridCol>
                <a:gridCol w="2438400">
                  <a:extLst>
                    <a:ext uri="{9D8B030D-6E8A-4147-A177-3AD203B41FA5}">
                      <a16:colId xmlns:a16="http://schemas.microsoft.com/office/drawing/2014/main" val="1376857143"/>
                    </a:ext>
                  </a:extLst>
                </a:gridCol>
                <a:gridCol w="865632">
                  <a:extLst>
                    <a:ext uri="{9D8B030D-6E8A-4147-A177-3AD203B41FA5}">
                      <a16:colId xmlns:a16="http://schemas.microsoft.com/office/drawing/2014/main" val="2602115932"/>
                    </a:ext>
                  </a:extLst>
                </a:gridCol>
                <a:gridCol w="981456">
                  <a:extLst>
                    <a:ext uri="{9D8B030D-6E8A-4147-A177-3AD203B41FA5}">
                      <a16:colId xmlns:a16="http://schemas.microsoft.com/office/drawing/2014/main" val="1968451399"/>
                    </a:ext>
                  </a:extLst>
                </a:gridCol>
                <a:gridCol w="846773">
                  <a:extLst>
                    <a:ext uri="{9D8B030D-6E8A-4147-A177-3AD203B41FA5}">
                      <a16:colId xmlns:a16="http://schemas.microsoft.com/office/drawing/2014/main" val="1910865557"/>
                    </a:ext>
                  </a:extLst>
                </a:gridCol>
                <a:gridCol w="1338072">
                  <a:extLst>
                    <a:ext uri="{9D8B030D-6E8A-4147-A177-3AD203B41FA5}">
                      <a16:colId xmlns:a16="http://schemas.microsoft.com/office/drawing/2014/main" val="2689450573"/>
                    </a:ext>
                  </a:extLst>
                </a:gridCol>
              </a:tblGrid>
              <a:tr h="801730">
                <a:tc>
                  <a:txBody>
                    <a:bodyPr/>
                    <a:lstStyle/>
                    <a:p>
                      <a:pPr algn="ctr"/>
                      <a:r>
                        <a:rPr lang="en-GB" dirty="0"/>
                        <a:t>Assessment Component</a:t>
                      </a:r>
                      <a:endParaRPr lang="en-IE" dirty="0"/>
                    </a:p>
                  </a:txBody>
                  <a:tcPr anchor="ctr"/>
                </a:tc>
                <a:tc>
                  <a:txBody>
                    <a:bodyPr/>
                    <a:lstStyle/>
                    <a:p>
                      <a:pPr algn="ctr"/>
                      <a:r>
                        <a:rPr lang="en-GB" dirty="0"/>
                        <a:t>Brief Description</a:t>
                      </a:r>
                      <a:endParaRPr lang="en-IE" dirty="0"/>
                    </a:p>
                  </a:txBody>
                  <a:tcPr anchor="ctr"/>
                </a:tc>
                <a:tc>
                  <a:txBody>
                    <a:bodyPr/>
                    <a:lstStyle/>
                    <a:p>
                      <a:pPr algn="ctr"/>
                      <a:r>
                        <a:rPr lang="en-GB" dirty="0"/>
                        <a:t>LO’s</a:t>
                      </a:r>
                      <a:endParaRPr lang="en-IE" dirty="0"/>
                    </a:p>
                  </a:txBody>
                  <a:tcPr anchor="ctr"/>
                </a:tc>
                <a:tc>
                  <a:txBody>
                    <a:bodyPr/>
                    <a:lstStyle/>
                    <a:p>
                      <a:pPr algn="ctr"/>
                      <a:r>
                        <a:rPr lang="en-GB" dirty="0"/>
                        <a:t>% of Total</a:t>
                      </a:r>
                      <a:endParaRPr lang="en-IE" dirty="0"/>
                    </a:p>
                  </a:txBody>
                  <a:tcPr anchor="ctr"/>
                </a:tc>
                <a:tc>
                  <a:txBody>
                    <a:bodyPr/>
                    <a:lstStyle/>
                    <a:p>
                      <a:pPr algn="ctr"/>
                      <a:r>
                        <a:rPr lang="en-GB" dirty="0"/>
                        <a:t>Week Set</a:t>
                      </a:r>
                      <a:endParaRPr lang="en-IE" dirty="0"/>
                    </a:p>
                  </a:txBody>
                  <a:tcPr anchor="ctr"/>
                </a:tc>
                <a:tc>
                  <a:txBody>
                    <a:bodyPr/>
                    <a:lstStyle/>
                    <a:p>
                      <a:pPr algn="ctr"/>
                      <a:r>
                        <a:rPr lang="en-GB" dirty="0"/>
                        <a:t>Deadline</a:t>
                      </a:r>
                      <a:endParaRPr lang="en-IE" dirty="0"/>
                    </a:p>
                  </a:txBody>
                  <a:tcPr anchor="ctr"/>
                </a:tc>
                <a:extLst>
                  <a:ext uri="{0D108BD9-81ED-4DB2-BD59-A6C34878D82A}">
                    <a16:rowId xmlns:a16="http://schemas.microsoft.com/office/drawing/2014/main" val="2190035170"/>
                  </a:ext>
                </a:extLst>
              </a:tr>
              <a:tr h="975597">
                <a:tc>
                  <a:txBody>
                    <a:bodyPr/>
                    <a:lstStyle/>
                    <a:p>
                      <a:pPr>
                        <a:lnSpc>
                          <a:spcPct val="115000"/>
                        </a:lnSpc>
                        <a:spcAft>
                          <a:spcPts val="800"/>
                        </a:spcAft>
                        <a:buNone/>
                      </a:pPr>
                      <a:r>
                        <a:rPr lang="en-IE" sz="1100" b="1" dirty="0">
                          <a:effectLst/>
                          <a:latin typeface="Calibri" panose="020F0502020204030204" pitchFamily="34" charset="0"/>
                          <a:ea typeface="Calibri" panose="020F0502020204030204" pitchFamily="34" charset="0"/>
                          <a:cs typeface="Arial" panose="020B0604020202020204" pitchFamily="34" charset="0"/>
                        </a:rPr>
                        <a:t>Part 1 – Mid-Point Report</a:t>
                      </a:r>
                    </a:p>
                  </a:txBody>
                  <a:tcPr anchor="ctr"/>
                </a:tc>
                <a:tc>
                  <a:txBody>
                    <a:bodyPr/>
                    <a:lstStyle/>
                    <a:p>
                      <a:pP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A report containing their goals, their reflective journal and an analysis of the software engineering management in the company.</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LO1-LO5</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40%</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1</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April 12</a:t>
                      </a:r>
                      <a:r>
                        <a:rPr lang="en-IE" sz="1100" baseline="30000" dirty="0">
                          <a:effectLst/>
                          <a:latin typeface="Calibri" panose="020F0502020204030204" pitchFamily="34" charset="0"/>
                          <a:ea typeface="Calibri" panose="020F0502020204030204" pitchFamily="34" charset="0"/>
                          <a:cs typeface="Arial" panose="020B0604020202020204" pitchFamily="34" charset="0"/>
                        </a:rPr>
                        <a:t>th</a:t>
                      </a:r>
                      <a:r>
                        <a:rPr lang="en-IE" sz="1100" dirty="0">
                          <a:effectLst/>
                          <a:latin typeface="Calibri" panose="020F0502020204030204" pitchFamily="34" charset="0"/>
                          <a:ea typeface="Calibri" panose="020F0502020204030204" pitchFamily="34" charset="0"/>
                          <a:cs typeface="Arial" panose="020B0604020202020204" pitchFamily="34" charset="0"/>
                        </a:rPr>
                        <a:t> 2027</a:t>
                      </a:r>
                    </a:p>
                  </a:txBody>
                  <a:tcPr anchor="ctr"/>
                </a:tc>
                <a:extLst>
                  <a:ext uri="{0D108BD9-81ED-4DB2-BD59-A6C34878D82A}">
                    <a16:rowId xmlns:a16="http://schemas.microsoft.com/office/drawing/2014/main" val="3722154992"/>
                  </a:ext>
                </a:extLst>
              </a:tr>
              <a:tr h="492650">
                <a:tc>
                  <a:txBody>
                    <a:bodyPr/>
                    <a:lstStyle/>
                    <a:p>
                      <a:pPr>
                        <a:lnSpc>
                          <a:spcPct val="115000"/>
                        </a:lnSpc>
                        <a:spcAft>
                          <a:spcPts val="800"/>
                        </a:spcAft>
                        <a:buNone/>
                      </a:pPr>
                      <a:r>
                        <a:rPr lang="en-IE" sz="1100" b="1" dirty="0">
                          <a:effectLst/>
                          <a:latin typeface="Calibri" panose="020F0502020204030204" pitchFamily="34" charset="0"/>
                          <a:ea typeface="Calibri" panose="020F0502020204030204" pitchFamily="34" charset="0"/>
                          <a:cs typeface="Arial" panose="020B0604020202020204" pitchFamily="34" charset="0"/>
                        </a:rPr>
                        <a:t>Part 1 – In-Company Presentation</a:t>
                      </a:r>
                    </a:p>
                  </a:txBody>
                  <a:tcPr anchor="ctr"/>
                </a:tc>
                <a:tc>
                  <a:txBody>
                    <a:bodyPr/>
                    <a:lstStyle/>
                    <a:p>
                      <a:pP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Presentation to industry Mentor and Academic Supervisor.</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LO3, LO4</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10%</a:t>
                      </a:r>
                    </a:p>
                  </a:txBody>
                  <a:tcPr anchor="ctr"/>
                </a:tc>
                <a:tc>
                  <a:txBody>
                    <a:bodyPr/>
                    <a:lstStyle/>
                    <a:p>
                      <a:pPr algn="ct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1</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April 1</a:t>
                      </a:r>
                      <a:r>
                        <a:rPr lang="en-IE" sz="1100" baseline="30000" dirty="0">
                          <a:effectLst/>
                          <a:latin typeface="Calibri" panose="020F0502020204030204" pitchFamily="34" charset="0"/>
                          <a:ea typeface="Calibri" panose="020F0502020204030204" pitchFamily="34" charset="0"/>
                          <a:cs typeface="Arial" panose="020B0604020202020204" pitchFamily="34" charset="0"/>
                        </a:rPr>
                        <a:t>st</a:t>
                      </a:r>
                      <a:r>
                        <a:rPr lang="en-IE" sz="1100" dirty="0">
                          <a:effectLst/>
                          <a:latin typeface="Calibri" panose="020F0502020204030204" pitchFamily="34" charset="0"/>
                          <a:ea typeface="Calibri" panose="020F0502020204030204" pitchFamily="34" charset="0"/>
                          <a:cs typeface="Arial" panose="020B0604020202020204" pitchFamily="34" charset="0"/>
                        </a:rPr>
                        <a:t> – April 30</a:t>
                      </a:r>
                      <a:r>
                        <a:rPr lang="en-IE" sz="1100" baseline="30000" dirty="0">
                          <a:effectLst/>
                          <a:latin typeface="Calibri" panose="020F0502020204030204" pitchFamily="34" charset="0"/>
                          <a:ea typeface="Calibri" panose="020F0502020204030204" pitchFamily="34" charset="0"/>
                          <a:cs typeface="Arial" panose="020B0604020202020204" pitchFamily="34" charset="0"/>
                        </a:rPr>
                        <a:t>th</a:t>
                      </a:r>
                      <a:r>
                        <a:rPr lang="en-IE" sz="1100" dirty="0">
                          <a:effectLst/>
                          <a:latin typeface="Calibri" panose="020F0502020204030204" pitchFamily="34" charset="0"/>
                          <a:ea typeface="Calibri" panose="020F0502020204030204" pitchFamily="34" charset="0"/>
                          <a:cs typeface="Arial" panose="020B0604020202020204" pitchFamily="34" charset="0"/>
                        </a:rPr>
                        <a:t> 2027</a:t>
                      </a:r>
                    </a:p>
                  </a:txBody>
                  <a:tcPr anchor="ctr"/>
                </a:tc>
                <a:extLst>
                  <a:ext uri="{0D108BD9-81ED-4DB2-BD59-A6C34878D82A}">
                    <a16:rowId xmlns:a16="http://schemas.microsoft.com/office/drawing/2014/main" val="1943765083"/>
                  </a:ext>
                </a:extLst>
              </a:tr>
              <a:tr h="734124">
                <a:tc>
                  <a:txBody>
                    <a:bodyPr/>
                    <a:lstStyle/>
                    <a:p>
                      <a:pPr>
                        <a:lnSpc>
                          <a:spcPct val="115000"/>
                        </a:lnSpc>
                        <a:spcAft>
                          <a:spcPts val="800"/>
                        </a:spcAft>
                        <a:buNone/>
                      </a:pPr>
                      <a:r>
                        <a:rPr lang="en-IE" sz="1100" b="1" dirty="0">
                          <a:effectLst/>
                          <a:latin typeface="Calibri" panose="020F0502020204030204" pitchFamily="34" charset="0"/>
                          <a:ea typeface="Calibri" panose="020F0502020204030204" pitchFamily="34" charset="0"/>
                          <a:cs typeface="Arial" panose="020B0604020202020204" pitchFamily="34" charset="0"/>
                        </a:rPr>
                        <a:t>Part 2 – Final Report</a:t>
                      </a:r>
                    </a:p>
                  </a:txBody>
                  <a:tcPr anchor="ctr"/>
                </a:tc>
                <a:tc>
                  <a:txBody>
                    <a:bodyPr/>
                    <a:lstStyle/>
                    <a:p>
                      <a:pPr>
                        <a:lnSpc>
                          <a:spcPct val="115000"/>
                        </a:lnSpc>
                        <a:spcAft>
                          <a:spcPts val="800"/>
                        </a:spcAft>
                        <a:buNone/>
                      </a:pPr>
                      <a:r>
                        <a:rPr lang="en-IE" sz="1100">
                          <a:effectLst/>
                          <a:latin typeface="Calibri" panose="020F0502020204030204" pitchFamily="34" charset="0"/>
                          <a:ea typeface="Calibri" panose="020F0502020204030204" pitchFamily="34" charset="0"/>
                          <a:cs typeface="Arial" panose="020B0604020202020204" pitchFamily="34" charset="0"/>
                        </a:rPr>
                        <a:t>Report on the technology design worked on during internship, reflection on Goals, reflective learning journal.</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LO1-LO5</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50%</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1</a:t>
                      </a:r>
                    </a:p>
                  </a:txBody>
                  <a:tcPr anchor="ctr"/>
                </a:tc>
                <a:tc>
                  <a:txBody>
                    <a:bodyPr/>
                    <a:lstStyle/>
                    <a:p>
                      <a:pPr algn="ctr">
                        <a:lnSpc>
                          <a:spcPct val="115000"/>
                        </a:lnSpc>
                        <a:spcAft>
                          <a:spcPts val="800"/>
                        </a:spcAft>
                        <a:buNone/>
                      </a:pPr>
                      <a:r>
                        <a:rPr lang="en-IE" sz="1100" dirty="0">
                          <a:effectLst/>
                          <a:latin typeface="Calibri" panose="020F0502020204030204" pitchFamily="34" charset="0"/>
                          <a:ea typeface="Calibri" panose="020F0502020204030204" pitchFamily="34" charset="0"/>
                          <a:cs typeface="Arial" panose="020B0604020202020204" pitchFamily="34" charset="0"/>
                        </a:rPr>
                        <a:t>July 13</a:t>
                      </a:r>
                      <a:r>
                        <a:rPr lang="en-IE" sz="1100" baseline="30000" dirty="0">
                          <a:effectLst/>
                          <a:latin typeface="Calibri" panose="020F0502020204030204" pitchFamily="34" charset="0"/>
                          <a:ea typeface="Calibri" panose="020F0502020204030204" pitchFamily="34" charset="0"/>
                          <a:cs typeface="Arial" panose="020B0604020202020204" pitchFamily="34" charset="0"/>
                        </a:rPr>
                        <a:t>th</a:t>
                      </a:r>
                      <a:r>
                        <a:rPr lang="en-IE" sz="1100" dirty="0">
                          <a:effectLst/>
                          <a:latin typeface="Calibri" panose="020F0502020204030204" pitchFamily="34" charset="0"/>
                          <a:ea typeface="Calibri" panose="020F0502020204030204" pitchFamily="34" charset="0"/>
                          <a:cs typeface="Arial" panose="020B0604020202020204" pitchFamily="34" charset="0"/>
                        </a:rPr>
                        <a:t> 2027</a:t>
                      </a:r>
                    </a:p>
                  </a:txBody>
                  <a:tcPr anchor="ctr"/>
                </a:tc>
                <a:extLst>
                  <a:ext uri="{0D108BD9-81ED-4DB2-BD59-A6C34878D82A}">
                    <a16:rowId xmlns:a16="http://schemas.microsoft.com/office/drawing/2014/main" val="642138174"/>
                  </a:ext>
                </a:extLst>
              </a:tr>
            </a:tbl>
          </a:graphicData>
        </a:graphic>
      </p:graphicFrame>
      <p:sp>
        <p:nvSpPr>
          <p:cNvPr id="11" name="TextBox 10">
            <a:extLst>
              <a:ext uri="{FF2B5EF4-FFF2-40B4-BE49-F238E27FC236}">
                <a16:creationId xmlns:a16="http://schemas.microsoft.com/office/drawing/2014/main" id="{D361AF80-75A8-50C5-75CD-E5429308BD08}"/>
              </a:ext>
            </a:extLst>
          </p:cNvPr>
          <p:cNvSpPr txBox="1"/>
          <p:nvPr/>
        </p:nvSpPr>
        <p:spPr>
          <a:xfrm>
            <a:off x="1230310" y="4457694"/>
            <a:ext cx="6697667" cy="369332"/>
          </a:xfrm>
          <a:prstGeom prst="rect">
            <a:avLst/>
          </a:prstGeom>
          <a:noFill/>
        </p:spPr>
        <p:txBody>
          <a:bodyPr wrap="none" rtlCol="0">
            <a:spAutoFit/>
          </a:bodyPr>
          <a:lstStyle/>
          <a:p>
            <a:r>
              <a:rPr lang="en-GB" dirty="0"/>
              <a:t>For full descriptions of the components, see the Internship Handbook</a:t>
            </a:r>
            <a:endParaRPr lang="en-IE" dirty="0"/>
          </a:p>
        </p:txBody>
      </p:sp>
    </p:spTree>
    <p:extLst>
      <p:ext uri="{BB962C8B-B14F-4D97-AF65-F5344CB8AC3E}">
        <p14:creationId xmlns:p14="http://schemas.microsoft.com/office/powerpoint/2010/main" val="1220190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F6B8-8387-7B16-7043-CBA113340441}"/>
              </a:ext>
            </a:extLst>
          </p:cNvPr>
          <p:cNvSpPr>
            <a:spLocks noGrp="1"/>
          </p:cNvSpPr>
          <p:nvPr>
            <p:ph type="title"/>
          </p:nvPr>
        </p:nvSpPr>
        <p:spPr/>
        <p:txBody>
          <a:bodyPr/>
          <a:lstStyle/>
          <a:p>
            <a:r>
              <a:rPr lang="en-GB" dirty="0"/>
              <a:t>From the ICS Course Handbook</a:t>
            </a:r>
            <a:endParaRPr lang="en-IE" dirty="0"/>
          </a:p>
        </p:txBody>
      </p:sp>
      <p:sp>
        <p:nvSpPr>
          <p:cNvPr id="3" name="Text Placeholder 2">
            <a:extLst>
              <a:ext uri="{FF2B5EF4-FFF2-40B4-BE49-F238E27FC236}">
                <a16:creationId xmlns:a16="http://schemas.microsoft.com/office/drawing/2014/main" id="{0796A0B5-7785-A0C3-EEAA-8A3786A04F5B}"/>
              </a:ext>
            </a:extLst>
          </p:cNvPr>
          <p:cNvSpPr>
            <a:spLocks noGrp="1"/>
          </p:cNvSpPr>
          <p:nvPr>
            <p:ph type="body" sz="quarter" idx="10"/>
          </p:nvPr>
        </p:nvSpPr>
        <p:spPr>
          <a:xfrm>
            <a:off x="274320" y="1170266"/>
            <a:ext cx="8656319" cy="3030141"/>
          </a:xfrm>
        </p:spPr>
        <p:txBody>
          <a:bodyPr/>
          <a:lstStyle/>
          <a:p>
            <a:pPr>
              <a:spcBef>
                <a:spcPts val="0"/>
              </a:spcBef>
            </a:pPr>
            <a:r>
              <a:rPr lang="en-IE" sz="1600" b="0" dirty="0"/>
              <a:t>The 30 ECTS credits obtained in the internship in the MCS are split as follows: </a:t>
            </a:r>
          </a:p>
          <a:p>
            <a:pPr marL="285750" lvl="0" indent="-285750">
              <a:spcBef>
                <a:spcPts val="0"/>
              </a:spcBef>
              <a:buFont typeface="Arial" panose="020B0604020202020204" pitchFamily="34" charset="0"/>
              <a:buChar char="•"/>
            </a:pPr>
            <a:r>
              <a:rPr lang="en-IE" sz="1600" b="0" dirty="0"/>
              <a:t>CS7091-Part1 (10 ECTS) – e.g., Mid-term Report, Presentation (usually in-company)</a:t>
            </a:r>
          </a:p>
          <a:p>
            <a:pPr marL="285750" lvl="0" indent="-285750">
              <a:spcBef>
                <a:spcPts val="0"/>
              </a:spcBef>
              <a:buFont typeface="Arial" panose="020B0604020202020204" pitchFamily="34" charset="0"/>
              <a:buChar char="•"/>
            </a:pPr>
            <a:r>
              <a:rPr lang="en-IE" sz="1600" b="0" dirty="0"/>
              <a:t>CS7091-Part2 (20 ECTS) – e.g., Final Report</a:t>
            </a:r>
          </a:p>
          <a:p>
            <a:pPr>
              <a:spcBef>
                <a:spcPts val="0"/>
              </a:spcBef>
            </a:pPr>
            <a:r>
              <a:rPr lang="en-IE" sz="1600" b="0" dirty="0"/>
              <a:t>The second part (20 ECTS) is only part of the MCS pathway and has no ECTS credit in the BA Mod degree pathway. </a:t>
            </a:r>
            <a:r>
              <a:rPr lang="en-IE" sz="1600" b="0" i="1" dirty="0"/>
              <a:t>MCS-pathway students must pass both parts of their internship assessment in order to proceed. Internship marks do not contribute to the overall 4</a:t>
            </a:r>
            <a:r>
              <a:rPr lang="en-IE" sz="1600" b="0" i="1" baseline="30000" dirty="0"/>
              <a:t>th</a:t>
            </a:r>
            <a:r>
              <a:rPr lang="en-IE" sz="1600" b="0" i="1" dirty="0"/>
              <a:t> year mark for MCS-pathway students. 4</a:t>
            </a:r>
            <a:r>
              <a:rPr lang="en-IE" sz="1600" b="0" i="1" baseline="30000" dirty="0"/>
              <a:t>th</a:t>
            </a:r>
            <a:r>
              <a:rPr lang="en-IE" sz="1600" b="0" i="1" dirty="0"/>
              <a:t> year marks are calculated based on 4</a:t>
            </a:r>
            <a:r>
              <a:rPr lang="en-IE" sz="1600" b="0" i="1" baseline="30000" dirty="0"/>
              <a:t>th</a:t>
            </a:r>
            <a:r>
              <a:rPr lang="en-IE" sz="1600" b="0" i="1" dirty="0"/>
              <a:t> year taught modules only.</a:t>
            </a:r>
            <a:endParaRPr lang="en-IE" sz="1600" b="0" dirty="0"/>
          </a:p>
          <a:p>
            <a:pPr>
              <a:spcBef>
                <a:spcPts val="0"/>
              </a:spcBef>
            </a:pPr>
            <a:r>
              <a:rPr lang="en-IE" sz="1600" b="0" dirty="0"/>
              <a:t>Students switching from the MCS to the BA Mod pathway have two options to replace the 30 ECTS of the internship:</a:t>
            </a:r>
          </a:p>
          <a:p>
            <a:pPr marL="285750" lvl="0" indent="-285750">
              <a:spcBef>
                <a:spcPts val="0"/>
              </a:spcBef>
              <a:buFont typeface="Arial" panose="020B0604020202020204" pitchFamily="34" charset="0"/>
              <a:buChar char="•"/>
            </a:pPr>
            <a:r>
              <a:rPr lang="en-IE" sz="1600" b="0" dirty="0"/>
              <a:t>Complete CS7091-Part1 (10 ECTS) in their 4</a:t>
            </a:r>
            <a:r>
              <a:rPr lang="en-IE" sz="1600" b="0" baseline="30000" dirty="0"/>
              <a:t>th</a:t>
            </a:r>
            <a:r>
              <a:rPr lang="en-IE" sz="1600" b="0" dirty="0"/>
              <a:t> year and combine with the deferred capstone (FYP, 20 ECTS) taken in the following academic year.</a:t>
            </a:r>
          </a:p>
          <a:p>
            <a:pPr marL="285750" lvl="0" indent="-285750">
              <a:spcBef>
                <a:spcPts val="0"/>
              </a:spcBef>
              <a:buFont typeface="Arial" panose="020B0604020202020204" pitchFamily="34" charset="0"/>
              <a:buChar char="•"/>
            </a:pPr>
            <a:r>
              <a:rPr lang="en-IE" sz="1600" b="0" dirty="0"/>
              <a:t>Request to complete the Group Design Project (10 ECTS) instead of the internship and combine this with the deferred capstone project (FYP, 20 ECTS) taken in the following academic year. This request is only possible before the start of the second semester. </a:t>
            </a:r>
          </a:p>
          <a:p>
            <a:pPr>
              <a:spcBef>
                <a:spcPts val="0"/>
              </a:spcBef>
            </a:pPr>
            <a:endParaRPr lang="en-IE" sz="1600" b="0" dirty="0"/>
          </a:p>
        </p:txBody>
      </p:sp>
      <p:sp>
        <p:nvSpPr>
          <p:cNvPr id="4" name="Text Placeholder 3">
            <a:extLst>
              <a:ext uri="{FF2B5EF4-FFF2-40B4-BE49-F238E27FC236}">
                <a16:creationId xmlns:a16="http://schemas.microsoft.com/office/drawing/2014/main" id="{1910F71A-4C0A-FFE4-FDDD-81FADDC59150}"/>
              </a:ext>
            </a:extLst>
          </p:cNvPr>
          <p:cNvSpPr>
            <a:spLocks noGrp="1"/>
          </p:cNvSpPr>
          <p:nvPr>
            <p:ph type="body" sz="quarter" idx="11"/>
          </p:nvPr>
        </p:nvSpPr>
        <p:spPr/>
        <p:txBody>
          <a:bodyPr/>
          <a:lstStyle/>
          <a:p>
            <a:endParaRPr lang="en-IE"/>
          </a:p>
        </p:txBody>
      </p:sp>
      <p:sp>
        <p:nvSpPr>
          <p:cNvPr id="5" name="Slide Number Placeholder 4">
            <a:extLst>
              <a:ext uri="{FF2B5EF4-FFF2-40B4-BE49-F238E27FC236}">
                <a16:creationId xmlns:a16="http://schemas.microsoft.com/office/drawing/2014/main" id="{EC78DD3E-B498-B350-4B2F-A7DB7125F8F9}"/>
              </a:ext>
            </a:extLst>
          </p:cNvPr>
          <p:cNvSpPr>
            <a:spLocks noGrp="1"/>
          </p:cNvSpPr>
          <p:nvPr>
            <p:ph type="sldNum" sz="quarter" idx="4"/>
          </p:nvPr>
        </p:nvSpPr>
        <p:spPr/>
        <p:txBody>
          <a:bodyPr/>
          <a:lstStyle/>
          <a:p>
            <a:fld id="{DDBE135E-2566-4748-853C-8A3B78F0FB00}" type="slidenum">
              <a:rPr lang="en-GB" smtClean="0"/>
              <a:pPr/>
              <a:t>12</a:t>
            </a:fld>
            <a:endParaRPr lang="en-GB"/>
          </a:p>
        </p:txBody>
      </p:sp>
    </p:spTree>
    <p:extLst>
      <p:ext uri="{BB962C8B-B14F-4D97-AF65-F5344CB8AC3E}">
        <p14:creationId xmlns:p14="http://schemas.microsoft.com/office/powerpoint/2010/main" val="207888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E65B2-942F-3DDC-04EF-1DEE423B7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EB1A3-9E1E-8741-696C-5EF60357227C}"/>
              </a:ext>
            </a:extLst>
          </p:cNvPr>
          <p:cNvSpPr>
            <a:spLocks noGrp="1"/>
          </p:cNvSpPr>
          <p:nvPr>
            <p:ph type="title"/>
          </p:nvPr>
        </p:nvSpPr>
        <p:spPr>
          <a:xfrm>
            <a:off x="828686" y="270000"/>
            <a:ext cx="7500939" cy="421200"/>
          </a:xfrm>
        </p:spPr>
        <p:txBody>
          <a:bodyPr anchor="ctr">
            <a:normAutofit/>
          </a:bodyPr>
          <a:lstStyle/>
          <a:p>
            <a:r>
              <a:rPr lang="en-GB"/>
              <a:t>Internship Sessions</a:t>
            </a:r>
            <a:endParaRPr lang="en-IE"/>
          </a:p>
        </p:txBody>
      </p:sp>
      <p:sp>
        <p:nvSpPr>
          <p:cNvPr id="5" name="Slide Number Placeholder 4">
            <a:extLst>
              <a:ext uri="{FF2B5EF4-FFF2-40B4-BE49-F238E27FC236}">
                <a16:creationId xmlns:a16="http://schemas.microsoft.com/office/drawing/2014/main" id="{99498314-C0D4-5D14-536F-F0E4C0F044D9}"/>
              </a:ext>
            </a:extLst>
          </p:cNvPr>
          <p:cNvSpPr>
            <a:spLocks noGrp="1"/>
          </p:cNvSpPr>
          <p:nvPr>
            <p:ph type="sldNum" sz="quarter" idx="4"/>
          </p:nvPr>
        </p:nvSpPr>
        <p:spPr>
          <a:xfrm>
            <a:off x="8039513" y="4881249"/>
            <a:ext cx="290100" cy="191861"/>
          </a:xfrm>
        </p:spPr>
        <p:txBody>
          <a:bodyPr anchor="b">
            <a:normAutofit/>
          </a:bodyPr>
          <a:lstStyle/>
          <a:p>
            <a:pPr>
              <a:spcAft>
                <a:spcPts val="600"/>
              </a:spcAft>
            </a:pPr>
            <a:fld id="{DDBE135E-2566-4748-853C-8A3B78F0FB00}" type="slidenum">
              <a:rPr lang="en-GB" smtClean="0"/>
              <a:pPr>
                <a:spcAft>
                  <a:spcPts val="600"/>
                </a:spcAft>
              </a:pPr>
              <a:t>13</a:t>
            </a:fld>
            <a:endParaRPr lang="en-GB"/>
          </a:p>
        </p:txBody>
      </p:sp>
      <p:graphicFrame>
        <p:nvGraphicFramePr>
          <p:cNvPr id="3" name="Table 2">
            <a:extLst>
              <a:ext uri="{FF2B5EF4-FFF2-40B4-BE49-F238E27FC236}">
                <a16:creationId xmlns:a16="http://schemas.microsoft.com/office/drawing/2014/main" id="{32A39E17-B0E6-4AFA-B800-C0E03C965FB8}"/>
              </a:ext>
            </a:extLst>
          </p:cNvPr>
          <p:cNvGraphicFramePr>
            <a:graphicFrameLocks noGrp="1"/>
          </p:cNvGraphicFramePr>
          <p:nvPr>
            <p:extLst>
              <p:ext uri="{D42A27DB-BD31-4B8C-83A1-F6EECF244321}">
                <p14:modId xmlns:p14="http://schemas.microsoft.com/office/powerpoint/2010/main" val="134162068"/>
              </p:ext>
            </p:extLst>
          </p:nvPr>
        </p:nvGraphicFramePr>
        <p:xfrm>
          <a:off x="817903" y="1282960"/>
          <a:ext cx="7500940" cy="3044174"/>
        </p:xfrm>
        <a:graphic>
          <a:graphicData uri="http://schemas.openxmlformats.org/drawingml/2006/table">
            <a:tbl>
              <a:tblPr firstRow="1" bandRow="1">
                <a:noFill/>
                <a:tableStyleId>{5C22544A-7EE6-4342-B048-85BDC9FD1C3A}</a:tableStyleId>
              </a:tblPr>
              <a:tblGrid>
                <a:gridCol w="2843851">
                  <a:extLst>
                    <a:ext uri="{9D8B030D-6E8A-4147-A177-3AD203B41FA5}">
                      <a16:colId xmlns:a16="http://schemas.microsoft.com/office/drawing/2014/main" val="3094336687"/>
                    </a:ext>
                  </a:extLst>
                </a:gridCol>
                <a:gridCol w="1390327">
                  <a:extLst>
                    <a:ext uri="{9D8B030D-6E8A-4147-A177-3AD203B41FA5}">
                      <a16:colId xmlns:a16="http://schemas.microsoft.com/office/drawing/2014/main" val="3267028372"/>
                    </a:ext>
                  </a:extLst>
                </a:gridCol>
                <a:gridCol w="1579917">
                  <a:extLst>
                    <a:ext uri="{9D8B030D-6E8A-4147-A177-3AD203B41FA5}">
                      <a16:colId xmlns:a16="http://schemas.microsoft.com/office/drawing/2014/main" val="4131865161"/>
                    </a:ext>
                  </a:extLst>
                </a:gridCol>
                <a:gridCol w="1686845">
                  <a:extLst>
                    <a:ext uri="{9D8B030D-6E8A-4147-A177-3AD203B41FA5}">
                      <a16:colId xmlns:a16="http://schemas.microsoft.com/office/drawing/2014/main" val="1162407599"/>
                    </a:ext>
                  </a:extLst>
                </a:gridCol>
              </a:tblGrid>
              <a:tr h="361710">
                <a:tc>
                  <a:txBody>
                    <a:bodyPr/>
                    <a:lstStyle/>
                    <a:p>
                      <a:r>
                        <a:rPr lang="en-GB" sz="1400" b="0" cap="none" spc="60" dirty="0">
                          <a:solidFill>
                            <a:schemeClr val="bg1"/>
                          </a:solidFill>
                        </a:rPr>
                        <a:t>Session </a:t>
                      </a:r>
                    </a:p>
                  </a:txBody>
                  <a:tcPr marL="79207" marR="79207" marT="79207" marB="39603" anchor="ctr">
                    <a:lnL w="12700" cmpd="sng">
                      <a:noFill/>
                    </a:lnL>
                    <a:lnR w="12700" cmpd="sng">
                      <a:noFill/>
                    </a:lnR>
                    <a:lnT w="19050" cap="flat" cmpd="sng" algn="ctr">
                      <a:noFill/>
                      <a:prstDash val="solid"/>
                    </a:lnT>
                    <a:lnB w="38100" cmpd="sng">
                      <a:noFill/>
                    </a:lnB>
                    <a:solidFill>
                      <a:schemeClr val="accent1"/>
                    </a:solidFill>
                  </a:tcPr>
                </a:tc>
                <a:tc>
                  <a:txBody>
                    <a:bodyPr/>
                    <a:lstStyle/>
                    <a:p>
                      <a:r>
                        <a:rPr lang="en-GB" sz="1400" b="0" cap="none" spc="60" dirty="0">
                          <a:solidFill>
                            <a:schemeClr val="bg1"/>
                          </a:solidFill>
                        </a:rPr>
                        <a:t>Date</a:t>
                      </a:r>
                    </a:p>
                  </a:txBody>
                  <a:tcPr marL="79207" marR="79207" marT="79207" marB="39603" anchor="ctr">
                    <a:lnL w="12700" cmpd="sng">
                      <a:noFill/>
                    </a:lnL>
                    <a:lnR w="12700" cmpd="sng">
                      <a:noFill/>
                    </a:lnR>
                    <a:lnT w="19050" cap="flat" cmpd="sng" algn="ctr">
                      <a:noFill/>
                      <a:prstDash val="solid"/>
                    </a:lnT>
                    <a:lnB w="38100" cmpd="sng">
                      <a:noFill/>
                    </a:lnB>
                    <a:solidFill>
                      <a:schemeClr val="accent1"/>
                    </a:solidFill>
                  </a:tcPr>
                </a:tc>
                <a:tc>
                  <a:txBody>
                    <a:bodyPr/>
                    <a:lstStyle/>
                    <a:p>
                      <a:r>
                        <a:rPr lang="en-GB" sz="1400" b="0" cap="none" spc="60" dirty="0">
                          <a:solidFill>
                            <a:schemeClr val="bg1"/>
                          </a:solidFill>
                        </a:rPr>
                        <a:t>Time</a:t>
                      </a:r>
                    </a:p>
                  </a:txBody>
                  <a:tcPr marL="79207" marR="79207" marT="79207" marB="39603" anchor="ctr">
                    <a:lnL w="12700" cmpd="sng">
                      <a:noFill/>
                    </a:lnL>
                    <a:lnR w="12700" cmpd="sng">
                      <a:noFill/>
                    </a:lnR>
                    <a:lnT w="19050" cap="flat" cmpd="sng" algn="ctr">
                      <a:noFill/>
                      <a:prstDash val="solid"/>
                    </a:lnT>
                    <a:lnB w="38100" cmpd="sng">
                      <a:noFill/>
                    </a:lnB>
                    <a:solidFill>
                      <a:schemeClr val="accent1"/>
                    </a:solidFill>
                  </a:tcPr>
                </a:tc>
                <a:tc>
                  <a:txBody>
                    <a:bodyPr/>
                    <a:lstStyle/>
                    <a:p>
                      <a:r>
                        <a:rPr lang="en-GB" sz="1400" b="0" cap="none" spc="60" dirty="0">
                          <a:solidFill>
                            <a:schemeClr val="bg1"/>
                          </a:solidFill>
                        </a:rPr>
                        <a:t>Location</a:t>
                      </a:r>
                    </a:p>
                  </a:txBody>
                  <a:tcPr marL="79207" marR="79207" marT="79207" marB="3960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000597088"/>
                  </a:ext>
                </a:extLst>
              </a:tr>
              <a:tr h="335308">
                <a:tc>
                  <a:txBody>
                    <a:bodyPr/>
                    <a:lstStyle/>
                    <a:p>
                      <a:pPr lvl="0">
                        <a:buNone/>
                      </a:pPr>
                      <a:r>
                        <a:rPr lang="en-GB" sz="1200" cap="none" spc="0" dirty="0">
                          <a:solidFill>
                            <a:schemeClr val="tx1"/>
                          </a:solidFill>
                        </a:rPr>
                        <a:t>Creating a CV and </a:t>
                      </a:r>
                      <a:r>
                        <a:rPr lang="en-GB" sz="1200" cap="none" spc="0" dirty="0" err="1">
                          <a:solidFill>
                            <a:schemeClr val="tx1"/>
                          </a:solidFill>
                        </a:rPr>
                        <a:t>SpeedConnect</a:t>
                      </a:r>
                    </a:p>
                  </a:txBody>
                  <a:tcPr marL="79207" marR="79207" marT="79207" marB="39603">
                    <a:lnL w="12700" cmpd="sng">
                      <a:noFill/>
                      <a:prstDash val="solid"/>
                    </a:lnL>
                    <a:lnR w="12700" cmpd="sng">
                      <a:noFill/>
                      <a:prstDash val="solid"/>
                    </a:lnR>
                    <a:lnT w="38100" cmpd="sng">
                      <a:noFill/>
                    </a:lnT>
                    <a:lnB w="12700" cap="flat" cmpd="sng" algn="ctr">
                      <a:noFill/>
                      <a:prstDash val="solid"/>
                    </a:lnB>
                    <a:noFill/>
                  </a:tcPr>
                </a:tc>
                <a:tc>
                  <a:txBody>
                    <a:bodyPr/>
                    <a:lstStyle/>
                    <a:p>
                      <a:pPr lvl="0">
                        <a:buNone/>
                      </a:pPr>
                      <a:r>
                        <a:rPr lang="en-GB" sz="1200" cap="none" spc="0" dirty="0">
                          <a:solidFill>
                            <a:schemeClr val="tx1"/>
                          </a:solidFill>
                        </a:rPr>
                        <a:t>Wed 16th Sept</a:t>
                      </a:r>
                    </a:p>
                  </a:txBody>
                  <a:tcPr marL="79207" marR="79207" marT="79207" marB="39603">
                    <a:lnL w="12700" cmpd="sng">
                      <a:noFill/>
                      <a:prstDash val="solid"/>
                    </a:lnL>
                    <a:lnR w="12700" cmpd="sng">
                      <a:noFill/>
                      <a:prstDash val="solid"/>
                    </a:lnR>
                    <a:lnT w="38100" cmpd="sng">
                      <a:noFill/>
                    </a:lnT>
                    <a:lnB w="12700" cap="flat" cmpd="sng" algn="ctr">
                      <a:noFill/>
                      <a:prstDash val="solid"/>
                    </a:lnB>
                    <a:noFill/>
                  </a:tcPr>
                </a:tc>
                <a:tc>
                  <a:txBody>
                    <a:bodyPr/>
                    <a:lstStyle/>
                    <a:p>
                      <a:pPr lvl="0">
                        <a:buNone/>
                      </a:pPr>
                      <a:r>
                        <a:rPr lang="en-GB" sz="1200" cap="none" spc="0" dirty="0">
                          <a:solidFill>
                            <a:schemeClr val="tx1"/>
                          </a:solidFill>
                        </a:rPr>
                        <a:t>1pm-2pm</a:t>
                      </a:r>
                    </a:p>
                  </a:txBody>
                  <a:tcPr marL="79207" marR="79207" marT="79207" marB="39603">
                    <a:lnL w="12700" cmpd="sng">
                      <a:noFill/>
                      <a:prstDash val="solid"/>
                    </a:lnL>
                    <a:lnR w="12700" cmpd="sng">
                      <a:noFill/>
                      <a:prstDash val="solid"/>
                    </a:lnR>
                    <a:lnT w="38100" cmpd="sng">
                      <a:noFill/>
                    </a:lnT>
                    <a:lnB w="12700" cap="flat" cmpd="sng" algn="ctr">
                      <a:noFill/>
                      <a:prstDash val="solid"/>
                    </a:lnB>
                    <a:noFill/>
                  </a:tcPr>
                </a:tc>
                <a:tc>
                  <a:txBody>
                    <a:bodyPr/>
                    <a:lstStyle/>
                    <a:p>
                      <a:pPr lvl="0">
                        <a:buNone/>
                      </a:pPr>
                      <a:r>
                        <a:rPr lang="en-GB" sz="1200" cap="none" spc="0" dirty="0">
                          <a:solidFill>
                            <a:schemeClr val="tx1"/>
                          </a:solidFill>
                        </a:rPr>
                        <a:t>Maxwell Theatre</a:t>
                      </a:r>
                    </a:p>
                  </a:txBody>
                  <a:tcPr marL="79207" marR="79207" marT="79207" marB="39603">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3706339941"/>
                  </a:ext>
                </a:extLst>
              </a:tr>
              <a:tr h="335308">
                <a:tc>
                  <a:txBody>
                    <a:bodyPr/>
                    <a:lstStyle/>
                    <a:p>
                      <a:pPr lvl="0">
                        <a:buNone/>
                      </a:pPr>
                      <a:r>
                        <a:rPr lang="en-GB" sz="1200" cap="none" spc="0" dirty="0">
                          <a:solidFill>
                            <a:schemeClr val="tx1"/>
                          </a:solidFill>
                        </a:rPr>
                        <a:t>Interviews and </a:t>
                      </a:r>
                      <a:r>
                        <a:rPr lang="en-GB" sz="1200" cap="none" spc="0" dirty="0" err="1">
                          <a:solidFill>
                            <a:schemeClr val="tx1"/>
                          </a:solidFill>
                        </a:rPr>
                        <a:t>SpeedConnect</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cap="none" spc="0" dirty="0">
                          <a:solidFill>
                            <a:schemeClr val="tx1"/>
                          </a:solidFill>
                        </a:rPr>
                        <a:t>Mon 21st Sept</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cap="none" spc="0" dirty="0">
                          <a:solidFill>
                            <a:schemeClr val="tx1"/>
                          </a:solidFill>
                        </a:rPr>
                        <a:t>1pm-2pm</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cap="none" spc="0" dirty="0">
                          <a:solidFill>
                            <a:schemeClr val="tx1"/>
                          </a:solidFill>
                        </a:rPr>
                        <a:t>LB01</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66173156"/>
                  </a:ext>
                </a:extLst>
              </a:tr>
              <a:tr h="335308">
                <a:tc>
                  <a:txBody>
                    <a:bodyPr/>
                    <a:lstStyle/>
                    <a:p>
                      <a:pPr lvl="0">
                        <a:buNone/>
                      </a:pPr>
                      <a:r>
                        <a:rPr lang="en-GB" sz="1200" b="1" cap="none" spc="0" dirty="0" err="1">
                          <a:solidFill>
                            <a:schemeClr val="bg1"/>
                          </a:solidFill>
                        </a:rPr>
                        <a:t>SpeedConnect</a:t>
                      </a:r>
                      <a:endParaRPr lang="en-GB" sz="1200" b="1" cap="none" spc="0" dirty="0">
                        <a:solidFill>
                          <a:schemeClr val="bg1"/>
                        </a:solidFill>
                      </a:endParaRP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solidFill>
                      <a:schemeClr val="tx2">
                        <a:lumMod val="75000"/>
                      </a:schemeClr>
                    </a:solidFill>
                  </a:tcPr>
                </a:tc>
                <a:tc>
                  <a:txBody>
                    <a:bodyPr/>
                    <a:lstStyle/>
                    <a:p>
                      <a:pPr lvl="0">
                        <a:buNone/>
                      </a:pPr>
                      <a:r>
                        <a:rPr lang="en-GB" sz="1200" b="1" cap="none" spc="0" dirty="0">
                          <a:solidFill>
                            <a:schemeClr val="bg1"/>
                          </a:solidFill>
                        </a:rPr>
                        <a:t>Wed 23rd Sept</a:t>
                      </a:r>
                      <a:endParaRPr lang="en-US" sz="1200" b="1" cap="none" spc="0">
                        <a:solidFill>
                          <a:schemeClr val="bg1"/>
                        </a:solidFill>
                      </a:endParaRP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solidFill>
                      <a:schemeClr val="tx2">
                        <a:lumMod val="75000"/>
                      </a:schemeClr>
                    </a:solidFill>
                  </a:tcPr>
                </a:tc>
                <a:tc>
                  <a:txBody>
                    <a:bodyPr/>
                    <a:lstStyle/>
                    <a:p>
                      <a:pPr lvl="0">
                        <a:buNone/>
                      </a:pPr>
                      <a:r>
                        <a:rPr lang="en-GB" sz="1200" b="1" cap="none" spc="0" dirty="0">
                          <a:solidFill>
                            <a:schemeClr val="bg1"/>
                          </a:solidFill>
                        </a:rPr>
                        <a:t>9.30am - 1.30pm</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solidFill>
                      <a:schemeClr val="tx2">
                        <a:lumMod val="75000"/>
                      </a:schemeClr>
                    </a:solidFill>
                  </a:tcPr>
                </a:tc>
                <a:tc>
                  <a:txBody>
                    <a:bodyPr/>
                    <a:lstStyle/>
                    <a:p>
                      <a:pPr lvl="0">
                        <a:buNone/>
                      </a:pPr>
                      <a:r>
                        <a:rPr lang="en-GB" sz="1200" b="1" cap="none" spc="0" dirty="0">
                          <a:solidFill>
                            <a:schemeClr val="bg1"/>
                          </a:solidFill>
                        </a:rPr>
                        <a:t>Trinity </a:t>
                      </a:r>
                      <a:r>
                        <a:rPr lang="en-GB" sz="1200" b="1" cap="none" spc="0" dirty="0" err="1">
                          <a:solidFill>
                            <a:schemeClr val="bg1"/>
                          </a:solidFill>
                        </a:rPr>
                        <a:t>Innov</a:t>
                      </a:r>
                      <a:r>
                        <a:rPr lang="en-GB" sz="1200" b="1" cap="none" spc="0" dirty="0">
                          <a:solidFill>
                            <a:schemeClr val="bg1"/>
                          </a:solidFill>
                        </a:rPr>
                        <a:t>. Hub</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solidFill>
                      <a:schemeClr val="tx2">
                        <a:lumMod val="75000"/>
                      </a:schemeClr>
                    </a:solidFill>
                  </a:tcPr>
                </a:tc>
                <a:extLst>
                  <a:ext uri="{0D108BD9-81ED-4DB2-BD59-A6C34878D82A}">
                    <a16:rowId xmlns:a16="http://schemas.microsoft.com/office/drawing/2014/main" val="3656712251"/>
                  </a:ext>
                </a:extLst>
              </a:tr>
              <a:tr h="335308">
                <a:tc>
                  <a:txBody>
                    <a:bodyPr/>
                    <a:lstStyle/>
                    <a:p>
                      <a:pPr lvl="0">
                        <a:buNone/>
                      </a:pPr>
                      <a:r>
                        <a:rPr lang="en-GB" sz="1200" b="0" cap="none" spc="0" dirty="0" err="1">
                          <a:solidFill>
                            <a:schemeClr val="tx1"/>
                          </a:solidFill>
                        </a:rPr>
                        <a:t>SpeedConnect</a:t>
                      </a:r>
                      <a:r>
                        <a:rPr lang="en-GB" sz="1200" b="0" cap="none" spc="0" dirty="0">
                          <a:solidFill>
                            <a:schemeClr val="tx1"/>
                          </a:solidFill>
                        </a:rPr>
                        <a:t> debrief &amp; Offers</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Mon 28th Sept</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1pm-2pm</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LB01</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371834081"/>
                  </a:ext>
                </a:extLst>
              </a:tr>
              <a:tr h="335308">
                <a:tc>
                  <a:txBody>
                    <a:bodyPr/>
                    <a:lstStyle/>
                    <a:p>
                      <a:pPr lvl="0">
                        <a:buNone/>
                      </a:pPr>
                      <a:r>
                        <a:rPr lang="en-GB" sz="1200" b="0" cap="none" spc="0" dirty="0">
                          <a:solidFill>
                            <a:schemeClr val="tx1"/>
                          </a:solidFill>
                        </a:rPr>
                        <a:t>Internship/Students Experience</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Mon 5th Oct</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1pm-2pm</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LB01</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075965187"/>
                  </a:ext>
                </a:extLst>
              </a:tr>
              <a:tr h="335308">
                <a:tc>
                  <a:txBody>
                    <a:bodyPr/>
                    <a:lstStyle/>
                    <a:p>
                      <a:pPr lvl="0">
                        <a:buNone/>
                      </a:pPr>
                      <a:r>
                        <a:rPr lang="en-GB" sz="1200" b="0" cap="none" spc="0" dirty="0">
                          <a:solidFill>
                            <a:schemeClr val="tx1"/>
                          </a:solidFill>
                        </a:rPr>
                        <a:t>Assessment Guidelines</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Mon 12th Oct</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1pm-2pm</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LB01</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42264274"/>
                  </a:ext>
                </a:extLst>
              </a:tr>
              <a:tr h="335308">
                <a:tc>
                  <a:txBody>
                    <a:bodyPr/>
                    <a:lstStyle/>
                    <a:p>
                      <a:pPr lvl="0">
                        <a:buNone/>
                      </a:pPr>
                      <a:r>
                        <a:rPr lang="en-GB" sz="1200" b="0" kern="1200" cap="none" spc="0" dirty="0">
                          <a:solidFill>
                            <a:schemeClr val="tx1"/>
                          </a:solidFill>
                          <a:latin typeface="+mn-lt"/>
                          <a:ea typeface="+mn-ea"/>
                          <a:cs typeface="+mn-cs"/>
                        </a:rPr>
                        <a:t>Reflection</a:t>
                      </a:r>
                      <a:r>
                        <a:rPr lang="en-GB" sz="1200" b="0" cap="none" spc="0" dirty="0">
                          <a:solidFill>
                            <a:schemeClr val="tx1"/>
                          </a:solidFill>
                        </a:rPr>
                        <a:t> Guidelines</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Mon 19th Oct</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1pm-2pm</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lvl="0">
                        <a:buNone/>
                      </a:pPr>
                      <a:r>
                        <a:rPr lang="en-GB" sz="1200" b="0" cap="none" spc="0" dirty="0">
                          <a:solidFill>
                            <a:schemeClr val="tx1"/>
                          </a:solidFill>
                        </a:rPr>
                        <a:t>LB01</a:t>
                      </a:r>
                    </a:p>
                  </a:txBody>
                  <a:tcPr marL="79207" marR="79207" marT="79207" marB="39603">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712472510"/>
                  </a:ext>
                </a:extLst>
              </a:tr>
              <a:tr h="335308">
                <a:tc>
                  <a:txBody>
                    <a:bodyPr/>
                    <a:lstStyle/>
                    <a:p>
                      <a:pPr lvl="0">
                        <a:buNone/>
                      </a:pPr>
                      <a:r>
                        <a:rPr lang="en-GB" sz="1200" b="0" cap="none" spc="0" dirty="0">
                          <a:solidFill>
                            <a:schemeClr val="tx1"/>
                          </a:solidFill>
                        </a:rPr>
                        <a:t>Making the best of the Experience</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Mon 2nd Nov</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1pm-2pm</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lvl="0">
                        <a:buNone/>
                      </a:pPr>
                      <a:r>
                        <a:rPr lang="en-GB" sz="1200" b="0" cap="none" spc="0" dirty="0">
                          <a:solidFill>
                            <a:schemeClr val="tx1"/>
                          </a:solidFill>
                        </a:rPr>
                        <a:t>Lb01</a:t>
                      </a:r>
                    </a:p>
                  </a:txBody>
                  <a:tcPr marL="79207" marR="79207" marT="79207" marB="39603">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5680914"/>
                  </a:ext>
                </a:extLst>
              </a:tr>
            </a:tbl>
          </a:graphicData>
        </a:graphic>
      </p:graphicFrame>
    </p:spTree>
    <p:extLst>
      <p:ext uri="{BB962C8B-B14F-4D97-AF65-F5344CB8AC3E}">
        <p14:creationId xmlns:p14="http://schemas.microsoft.com/office/powerpoint/2010/main" val="2370416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976" y="145547"/>
            <a:ext cx="3482411" cy="421200"/>
          </a:xfrm>
        </p:spPr>
        <p:txBody>
          <a:bodyPr/>
          <a:lstStyle/>
          <a:p>
            <a:r>
              <a:rPr lang="en-GB"/>
              <a:t>Blackboard module</a:t>
            </a:r>
          </a:p>
        </p:txBody>
      </p:sp>
      <p:sp>
        <p:nvSpPr>
          <p:cNvPr id="3" name="Text Placeholder 2"/>
          <p:cNvSpPr>
            <a:spLocks noGrp="1"/>
          </p:cNvSpPr>
          <p:nvPr>
            <p:ph type="body" sz="quarter" idx="10"/>
          </p:nvPr>
        </p:nvSpPr>
        <p:spPr>
          <a:xfrm>
            <a:off x="639757" y="1224765"/>
            <a:ext cx="4134529" cy="3309505"/>
          </a:xfrm>
        </p:spPr>
        <p:txBody>
          <a:bodyPr vert="horz" lIns="0" tIns="0" rIns="0" bIns="0" rtlCol="0" anchor="t">
            <a:noAutofit/>
          </a:bodyPr>
          <a:lstStyle/>
          <a:p>
            <a:r>
              <a:rPr lang="en-GB" sz="1600" b="1" dirty="0"/>
              <a:t>Internship Hand</a:t>
            </a:r>
            <a:r>
              <a:rPr lang="en-GB" b="1" dirty="0"/>
              <a:t>book &amp; FAQ</a:t>
            </a:r>
          </a:p>
          <a:p>
            <a:pPr marL="502920" lvl="1" indent="-207645">
              <a:buFont typeface="Arial" panose="020B0604020202020204" pitchFamily="34" charset="0"/>
              <a:buChar char="•"/>
            </a:pPr>
            <a:r>
              <a:rPr lang="en-GB" dirty="0"/>
              <a:t>SCSS Internship Handbook</a:t>
            </a:r>
            <a:endParaRPr lang="en-GB" dirty="0">
              <a:ea typeface="Calibri"/>
              <a:cs typeface="Calibri"/>
            </a:endParaRPr>
          </a:p>
          <a:p>
            <a:pPr marL="502920" lvl="1" indent="-207645">
              <a:buFont typeface="Arial" panose="020B0604020202020204" pitchFamily="34" charset="0"/>
              <a:buChar char="•"/>
            </a:pPr>
            <a:r>
              <a:rPr lang="en-GB" dirty="0"/>
              <a:t>Frequently Asked Questions</a:t>
            </a:r>
            <a:endParaRPr lang="en-GB" dirty="0">
              <a:ea typeface="Calibri"/>
              <a:cs typeface="Calibri"/>
            </a:endParaRPr>
          </a:p>
          <a:p>
            <a:r>
              <a:rPr lang="en-GB" b="1" dirty="0"/>
              <a:t>Slides and Resources</a:t>
            </a:r>
            <a:endParaRPr lang="en-GB" b="1" dirty="0">
              <a:ea typeface="Calibri"/>
              <a:cs typeface="Calibri"/>
            </a:endParaRPr>
          </a:p>
          <a:p>
            <a:pPr marL="502920" lvl="1" indent="-207645">
              <a:buFont typeface="Arial" panose="020B0604020202020204" pitchFamily="34" charset="0"/>
              <a:buChar char="•"/>
            </a:pPr>
            <a:r>
              <a:rPr lang="en-GB" dirty="0"/>
              <a:t>Sample CV, Cover Letter &amp; Interview Q’s</a:t>
            </a:r>
            <a:endParaRPr lang="en-GB" dirty="0">
              <a:ea typeface="Calibri"/>
              <a:cs typeface="Calibri"/>
            </a:endParaRPr>
          </a:p>
          <a:p>
            <a:pPr marL="502920" lvl="1" indent="-207645">
              <a:buFont typeface="Arial" panose="020B0604020202020204" pitchFamily="34" charset="0"/>
              <a:buChar char="•"/>
            </a:pPr>
            <a:r>
              <a:rPr lang="en-GB" dirty="0"/>
              <a:t>Slides from weekly sessions</a:t>
            </a:r>
            <a:endParaRPr lang="en-GB" dirty="0">
              <a:ea typeface="Calibri"/>
              <a:cs typeface="Calibri"/>
            </a:endParaRPr>
          </a:p>
          <a:p>
            <a:r>
              <a:rPr lang="en-GB" b="1" dirty="0"/>
              <a:t>Job Descriptions &amp; Agreements</a:t>
            </a:r>
            <a:endParaRPr lang="en-GB" b="1" dirty="0">
              <a:ea typeface="Calibri"/>
              <a:cs typeface="Calibri"/>
            </a:endParaRPr>
          </a:p>
          <a:p>
            <a:pPr marL="502920" lvl="1" indent="-207645">
              <a:buFont typeface="Arial" panose="020B0604020202020204" pitchFamily="34" charset="0"/>
              <a:buChar char="•"/>
            </a:pPr>
            <a:r>
              <a:rPr lang="en-GB" b="1" dirty="0">
                <a:solidFill>
                  <a:srgbClr val="FF0000"/>
                </a:solidFill>
              </a:rPr>
              <a:t>Internship Application Information</a:t>
            </a:r>
            <a:endParaRPr lang="en-GB" b="1" dirty="0">
              <a:solidFill>
                <a:srgbClr val="FF0000"/>
              </a:solidFill>
              <a:ea typeface="Calibri"/>
              <a:cs typeface="Calibri"/>
            </a:endParaRPr>
          </a:p>
          <a:p>
            <a:pPr marL="502920" lvl="1" indent="-207645">
              <a:buFont typeface="Arial" panose="020B0604020202020204" pitchFamily="34" charset="0"/>
              <a:buChar char="•"/>
            </a:pPr>
            <a:r>
              <a:rPr lang="en-GB" dirty="0"/>
              <a:t>Job Descriptions</a:t>
            </a:r>
            <a:endParaRPr lang="en-GB" dirty="0">
              <a:ea typeface="Calibri"/>
              <a:cs typeface="Calibri"/>
            </a:endParaRPr>
          </a:p>
          <a:p>
            <a:pPr marL="502920" lvl="1" indent="-207645">
              <a:buFont typeface="Arial" panose="020B0604020202020204" pitchFamily="34" charset="0"/>
              <a:buChar char="•"/>
            </a:pPr>
            <a:r>
              <a:rPr lang="en-GB" dirty="0"/>
              <a:t>Internship Tri-party Agreement</a:t>
            </a:r>
            <a:endParaRPr lang="en-GB" dirty="0">
              <a:ea typeface="Calibri"/>
              <a:cs typeface="Calibri"/>
            </a:endParaRPr>
          </a:p>
          <a:p>
            <a:pPr marL="502920" lvl="1" indent="-207645">
              <a:buChar char="•"/>
            </a:pPr>
            <a:r>
              <a:rPr lang="en-GB" dirty="0">
                <a:ea typeface="Calibri"/>
                <a:cs typeface="Calibri"/>
              </a:rPr>
              <a:t>Overseas safety statement</a:t>
            </a:r>
          </a:p>
          <a:p>
            <a:pPr marL="295275" lvl="1" indent="0">
              <a:buNone/>
            </a:pPr>
            <a:endParaRPr lang="en-GB">
              <a:ea typeface="Calibri"/>
              <a:cs typeface="Calibri"/>
            </a:endParaRPr>
          </a:p>
        </p:txBody>
      </p:sp>
      <p:sp>
        <p:nvSpPr>
          <p:cNvPr id="5" name="Slide Number Placeholder 4">
            <a:extLst>
              <a:ext uri="{FF2B5EF4-FFF2-40B4-BE49-F238E27FC236}">
                <a16:creationId xmlns:a16="http://schemas.microsoft.com/office/drawing/2014/main" id="{528CD0D1-EDF3-0048-B2CC-87E57CD342B5}"/>
              </a:ext>
            </a:extLst>
          </p:cNvPr>
          <p:cNvSpPr>
            <a:spLocks noGrp="1"/>
          </p:cNvSpPr>
          <p:nvPr>
            <p:ph type="sldNum" sz="quarter" idx="4"/>
          </p:nvPr>
        </p:nvSpPr>
        <p:spPr/>
        <p:txBody>
          <a:bodyPr/>
          <a:lstStyle/>
          <a:p>
            <a:fld id="{DDBE135E-2566-4748-853C-8A3B78F0FB00}" type="slidenum">
              <a:rPr lang="en-GB" smtClean="0"/>
              <a:pPr/>
              <a:t>14</a:t>
            </a:fld>
            <a:endParaRPr lang="en-GB"/>
          </a:p>
        </p:txBody>
      </p:sp>
      <p:sp>
        <p:nvSpPr>
          <p:cNvPr id="15" name="Text Placeholder 14">
            <a:extLst>
              <a:ext uri="{FF2B5EF4-FFF2-40B4-BE49-F238E27FC236}">
                <a16:creationId xmlns:a16="http://schemas.microsoft.com/office/drawing/2014/main" id="{42943DB8-1913-4CE8-9E23-4CFD01899B25}"/>
              </a:ext>
            </a:extLst>
          </p:cNvPr>
          <p:cNvSpPr>
            <a:spLocks noGrp="1"/>
          </p:cNvSpPr>
          <p:nvPr>
            <p:ph type="body" sz="quarter" idx="11"/>
          </p:nvPr>
        </p:nvSpPr>
        <p:spPr>
          <a:xfrm>
            <a:off x="819976" y="609230"/>
            <a:ext cx="8251644" cy="313354"/>
          </a:xfrm>
        </p:spPr>
        <p:txBody>
          <a:bodyPr vert="horz" lIns="0" tIns="0" rIns="0" bIns="0" rtlCol="0" anchor="t">
            <a:noAutofit/>
          </a:bodyPr>
          <a:lstStyle/>
          <a:p>
            <a:r>
              <a:rPr lang="en-US">
                <a:ea typeface="+mn-lt"/>
                <a:cs typeface="+mn-lt"/>
              </a:rPr>
              <a:t>Content</a:t>
            </a:r>
          </a:p>
        </p:txBody>
      </p:sp>
      <p:pic>
        <p:nvPicPr>
          <p:cNvPr id="4" name="Picture 3">
            <a:extLst>
              <a:ext uri="{FF2B5EF4-FFF2-40B4-BE49-F238E27FC236}">
                <a16:creationId xmlns:a16="http://schemas.microsoft.com/office/drawing/2014/main" id="{C047B9F6-FC37-A75A-AF6F-18526D1C6B35}"/>
              </a:ext>
            </a:extLst>
          </p:cNvPr>
          <p:cNvPicPr>
            <a:picLocks noChangeAspect="1"/>
          </p:cNvPicPr>
          <p:nvPr/>
        </p:nvPicPr>
        <p:blipFill>
          <a:blip r:embed="rId3"/>
          <a:stretch>
            <a:fillRect/>
          </a:stretch>
        </p:blipFill>
        <p:spPr>
          <a:xfrm>
            <a:off x="5088686" y="1289110"/>
            <a:ext cx="3775853" cy="3255393"/>
          </a:xfrm>
          <a:prstGeom prst="rect">
            <a:avLst/>
          </a:prstGeom>
        </p:spPr>
      </p:pic>
    </p:spTree>
    <p:extLst>
      <p:ext uri="{BB962C8B-B14F-4D97-AF65-F5344CB8AC3E}">
        <p14:creationId xmlns:p14="http://schemas.microsoft.com/office/powerpoint/2010/main" val="1859924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6C742-77E5-E817-9BC9-38EEE7CC5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E3FC1-FD44-891B-68E8-AC59E5B9C313}"/>
              </a:ext>
            </a:extLst>
          </p:cNvPr>
          <p:cNvSpPr>
            <a:spLocks noGrp="1"/>
          </p:cNvSpPr>
          <p:nvPr>
            <p:ph type="title"/>
          </p:nvPr>
        </p:nvSpPr>
        <p:spPr>
          <a:xfrm>
            <a:off x="819976" y="145547"/>
            <a:ext cx="3482411" cy="421200"/>
          </a:xfrm>
        </p:spPr>
        <p:txBody>
          <a:bodyPr/>
          <a:lstStyle/>
          <a:p>
            <a:r>
              <a:rPr lang="en-GB"/>
              <a:t>Blackboard module:</a:t>
            </a:r>
          </a:p>
        </p:txBody>
      </p:sp>
      <p:sp>
        <p:nvSpPr>
          <p:cNvPr id="3" name="Text Placeholder 2">
            <a:extLst>
              <a:ext uri="{FF2B5EF4-FFF2-40B4-BE49-F238E27FC236}">
                <a16:creationId xmlns:a16="http://schemas.microsoft.com/office/drawing/2014/main" id="{0C1AD8FD-8530-EDDD-F9AD-0D6B933957EC}"/>
              </a:ext>
            </a:extLst>
          </p:cNvPr>
          <p:cNvSpPr>
            <a:spLocks noGrp="1"/>
          </p:cNvSpPr>
          <p:nvPr>
            <p:ph type="body" sz="quarter" idx="10"/>
          </p:nvPr>
        </p:nvSpPr>
        <p:spPr>
          <a:xfrm>
            <a:off x="828683" y="1428750"/>
            <a:ext cx="4134529" cy="2990766"/>
          </a:xfrm>
        </p:spPr>
        <p:txBody>
          <a:bodyPr vert="horz" lIns="0" tIns="0" rIns="0" bIns="0" rtlCol="0" anchor="t">
            <a:noAutofit/>
          </a:bodyPr>
          <a:lstStyle/>
          <a:p>
            <a:endParaRPr lang="en-US">
              <a:cs typeface="Calibri"/>
            </a:endParaRPr>
          </a:p>
          <a:p>
            <a:r>
              <a:rPr lang="en-GB" sz="1600" dirty="0"/>
              <a:t>You can start applying as soon as you are ready.</a:t>
            </a:r>
            <a:r>
              <a:rPr lang="en-GB" dirty="0"/>
              <a:t> </a:t>
            </a:r>
            <a:endParaRPr lang="en-GB" sz="1600" dirty="0">
              <a:ea typeface="Calibri"/>
              <a:cs typeface="Calibri"/>
            </a:endParaRPr>
          </a:p>
          <a:p>
            <a:r>
              <a:rPr lang="en-US" dirty="0">
                <a:ea typeface="+mn-lt"/>
                <a:cs typeface="+mn-lt"/>
              </a:rPr>
              <a:t>Please don't apply for internships which you will not take.</a:t>
            </a:r>
            <a:endParaRPr lang="en-US" dirty="0">
              <a:ea typeface="Calibri"/>
              <a:cs typeface="Calibri"/>
            </a:endParaRPr>
          </a:p>
          <a:p>
            <a:r>
              <a:rPr lang="en-US" dirty="0">
                <a:ea typeface="Calibri"/>
                <a:cs typeface="Calibri"/>
              </a:rPr>
              <a:t>Keep a log of what you have applied for. </a:t>
            </a:r>
          </a:p>
          <a:p>
            <a:r>
              <a:rPr lang="en-US" dirty="0">
                <a:ea typeface="Calibri"/>
                <a:cs typeface="Calibri"/>
              </a:rPr>
              <a:t>Once you've accepted an offer </a:t>
            </a:r>
            <a:r>
              <a:rPr lang="en-US" b="1" dirty="0">
                <a:ea typeface="Calibri"/>
                <a:cs typeface="Calibri"/>
              </a:rPr>
              <a:t>never </a:t>
            </a:r>
            <a:r>
              <a:rPr lang="en-US" dirty="0">
                <a:ea typeface="Calibri"/>
                <a:cs typeface="Calibri"/>
              </a:rPr>
              <a:t>rescind!</a:t>
            </a:r>
          </a:p>
          <a:p>
            <a:r>
              <a:rPr lang="en-US" dirty="0">
                <a:ea typeface="Calibri"/>
                <a:cs typeface="Calibri"/>
              </a:rPr>
              <a:t>Once you have accepted an offer inform the module </a:t>
            </a:r>
            <a:r>
              <a:rPr lang="en-US" dirty="0" err="1">
                <a:ea typeface="Calibri"/>
                <a:cs typeface="Calibri"/>
              </a:rPr>
              <a:t>co-ordinator</a:t>
            </a:r>
          </a:p>
        </p:txBody>
      </p:sp>
      <p:sp>
        <p:nvSpPr>
          <p:cNvPr id="5" name="Slide Number Placeholder 4">
            <a:extLst>
              <a:ext uri="{FF2B5EF4-FFF2-40B4-BE49-F238E27FC236}">
                <a16:creationId xmlns:a16="http://schemas.microsoft.com/office/drawing/2014/main" id="{A6C6CCFD-FBC9-F5E2-8C6D-2D71D22D8FB5}"/>
              </a:ext>
            </a:extLst>
          </p:cNvPr>
          <p:cNvSpPr>
            <a:spLocks noGrp="1"/>
          </p:cNvSpPr>
          <p:nvPr>
            <p:ph type="sldNum" sz="quarter" idx="4"/>
          </p:nvPr>
        </p:nvSpPr>
        <p:spPr/>
        <p:txBody>
          <a:bodyPr/>
          <a:lstStyle/>
          <a:p>
            <a:fld id="{DDBE135E-2566-4748-853C-8A3B78F0FB00}" type="slidenum">
              <a:rPr lang="en-GB" smtClean="0"/>
              <a:pPr/>
              <a:t>15</a:t>
            </a:fld>
            <a:endParaRPr lang="en-GB"/>
          </a:p>
        </p:txBody>
      </p:sp>
      <p:sp>
        <p:nvSpPr>
          <p:cNvPr id="15" name="Text Placeholder 14">
            <a:extLst>
              <a:ext uri="{FF2B5EF4-FFF2-40B4-BE49-F238E27FC236}">
                <a16:creationId xmlns:a16="http://schemas.microsoft.com/office/drawing/2014/main" id="{C42B8A80-5BC2-C19C-E2F5-86C1D6808C38}"/>
              </a:ext>
            </a:extLst>
          </p:cNvPr>
          <p:cNvSpPr>
            <a:spLocks noGrp="1"/>
          </p:cNvSpPr>
          <p:nvPr>
            <p:ph type="body" sz="quarter" idx="11"/>
          </p:nvPr>
        </p:nvSpPr>
        <p:spPr>
          <a:xfrm>
            <a:off x="819976" y="609230"/>
            <a:ext cx="8251644" cy="313354"/>
          </a:xfrm>
        </p:spPr>
        <p:txBody>
          <a:bodyPr vert="horz" lIns="0" tIns="0" rIns="0" bIns="0" rtlCol="0" anchor="t">
            <a:noAutofit/>
          </a:bodyPr>
          <a:lstStyle/>
          <a:p>
            <a:r>
              <a:rPr lang="en-US" b="1">
                <a:ea typeface="+mn-lt"/>
                <a:cs typeface="+mn-lt"/>
              </a:rPr>
              <a:t>Internship Application Information</a:t>
            </a:r>
          </a:p>
        </p:txBody>
      </p:sp>
      <p:pic>
        <p:nvPicPr>
          <p:cNvPr id="4" name="Picture 3">
            <a:extLst>
              <a:ext uri="{FF2B5EF4-FFF2-40B4-BE49-F238E27FC236}">
                <a16:creationId xmlns:a16="http://schemas.microsoft.com/office/drawing/2014/main" id="{0F740DE4-E8C8-7D8C-FDAD-AE910E8BDEF1}"/>
              </a:ext>
            </a:extLst>
          </p:cNvPr>
          <p:cNvPicPr>
            <a:picLocks noChangeAspect="1"/>
          </p:cNvPicPr>
          <p:nvPr/>
        </p:nvPicPr>
        <p:blipFill>
          <a:blip r:embed="rId3"/>
          <a:stretch>
            <a:fillRect/>
          </a:stretch>
        </p:blipFill>
        <p:spPr>
          <a:xfrm>
            <a:off x="5170457" y="1283180"/>
            <a:ext cx="3461349" cy="3353519"/>
          </a:xfrm>
          <a:prstGeom prst="rect">
            <a:avLst/>
          </a:prstGeom>
        </p:spPr>
      </p:pic>
    </p:spTree>
    <p:extLst>
      <p:ext uri="{BB962C8B-B14F-4D97-AF65-F5344CB8AC3E}">
        <p14:creationId xmlns:p14="http://schemas.microsoft.com/office/powerpoint/2010/main" val="3061368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EA880-DB88-9217-D411-A2E58975B30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33F127D5-A00A-DAB4-E6C2-26B4DD21FC8A}"/>
              </a:ext>
            </a:extLst>
          </p:cNvPr>
          <p:cNvSpPr>
            <a:spLocks noGrp="1"/>
          </p:cNvSpPr>
          <p:nvPr>
            <p:ph type="title"/>
          </p:nvPr>
        </p:nvSpPr>
        <p:spPr/>
        <p:txBody>
          <a:bodyPr/>
          <a:lstStyle/>
          <a:p>
            <a:r>
              <a:rPr lang="en-GB" dirty="0"/>
              <a:t>The Process - Applying</a:t>
            </a:r>
          </a:p>
        </p:txBody>
      </p:sp>
      <p:sp>
        <p:nvSpPr>
          <p:cNvPr id="2" name="Slide Number Placeholder 1">
            <a:extLst>
              <a:ext uri="{FF2B5EF4-FFF2-40B4-BE49-F238E27FC236}">
                <a16:creationId xmlns:a16="http://schemas.microsoft.com/office/drawing/2014/main" id="{C4B647AA-761C-4111-F48E-69B02CACCA93}"/>
              </a:ext>
            </a:extLst>
          </p:cNvPr>
          <p:cNvSpPr>
            <a:spLocks noGrp="1"/>
          </p:cNvSpPr>
          <p:nvPr>
            <p:ph type="sldNum" sz="quarter" idx="4"/>
          </p:nvPr>
        </p:nvSpPr>
        <p:spPr/>
        <p:txBody>
          <a:bodyPr/>
          <a:lstStyle/>
          <a:p>
            <a:fld id="{DDBE135E-2566-4748-853C-8A3B78F0FB00}" type="slidenum">
              <a:rPr lang="en-GB" smtClean="0"/>
              <a:pPr/>
              <a:t>16</a:t>
            </a:fld>
            <a:endParaRPr lang="en-GB"/>
          </a:p>
        </p:txBody>
      </p:sp>
      <p:graphicFrame>
        <p:nvGraphicFramePr>
          <p:cNvPr id="24" name="Table 23">
            <a:extLst>
              <a:ext uri="{FF2B5EF4-FFF2-40B4-BE49-F238E27FC236}">
                <a16:creationId xmlns:a16="http://schemas.microsoft.com/office/drawing/2014/main" id="{E7257C04-CCC0-AC07-C204-B058AC1D2216}"/>
              </a:ext>
            </a:extLst>
          </p:cNvPr>
          <p:cNvGraphicFramePr>
            <a:graphicFrameLocks noGrp="1"/>
          </p:cNvGraphicFramePr>
          <p:nvPr>
            <p:extLst>
              <p:ext uri="{D42A27DB-BD31-4B8C-83A1-F6EECF244321}">
                <p14:modId xmlns:p14="http://schemas.microsoft.com/office/powerpoint/2010/main" val="300813112"/>
              </p:ext>
            </p:extLst>
          </p:nvPr>
        </p:nvGraphicFramePr>
        <p:xfrm>
          <a:off x="851858" y="1110650"/>
          <a:ext cx="8206765" cy="3446142"/>
        </p:xfrm>
        <a:graphic>
          <a:graphicData uri="http://schemas.openxmlformats.org/drawingml/2006/table">
            <a:tbl>
              <a:tblPr firstRow="1" bandRow="1">
                <a:tableStyleId>{5C22544A-7EE6-4342-B048-85BDC9FD1C3A}</a:tableStyleId>
              </a:tblPr>
              <a:tblGrid>
                <a:gridCol w="1487844">
                  <a:extLst>
                    <a:ext uri="{9D8B030D-6E8A-4147-A177-3AD203B41FA5}">
                      <a16:colId xmlns:a16="http://schemas.microsoft.com/office/drawing/2014/main" val="2547765309"/>
                    </a:ext>
                  </a:extLst>
                </a:gridCol>
                <a:gridCol w="6718921">
                  <a:extLst>
                    <a:ext uri="{9D8B030D-6E8A-4147-A177-3AD203B41FA5}">
                      <a16:colId xmlns:a16="http://schemas.microsoft.com/office/drawing/2014/main" val="2335836430"/>
                    </a:ext>
                  </a:extLst>
                </a:gridCol>
              </a:tblGrid>
              <a:tr h="569594">
                <a:tc>
                  <a:txBody>
                    <a:bodyPr/>
                    <a:lstStyle/>
                    <a:p>
                      <a:pPr lvl="0">
                        <a:buNone/>
                      </a:pPr>
                      <a:endParaRPr lang="en-GB" sz="1600" dirty="0"/>
                    </a:p>
                  </a:txBody>
                  <a:tcPr>
                    <a:solidFill>
                      <a:srgbClr val="E9EDF4"/>
                    </a:solidFill>
                  </a:tcPr>
                </a:tc>
                <a:tc>
                  <a:txBody>
                    <a:bodyPr/>
                    <a:lstStyle/>
                    <a:p>
                      <a:pPr lvl="0">
                        <a:buNone/>
                      </a:pPr>
                      <a:r>
                        <a:rPr lang="en-GB" sz="1600" b="0" dirty="0">
                          <a:solidFill>
                            <a:schemeClr val="tx1"/>
                          </a:solidFill>
                        </a:rPr>
                        <a:t>Approved internships from our Industry Partners will be shared on </a:t>
                      </a:r>
                      <a:r>
                        <a:rPr lang="en-GB" sz="1600" b="0" dirty="0" err="1">
                          <a:solidFill>
                            <a:schemeClr val="tx1"/>
                          </a:solidFill>
                        </a:rPr>
                        <a:t>BlackBoard</a:t>
                      </a:r>
                      <a:r>
                        <a:rPr lang="en-GB" sz="1600" b="0" dirty="0">
                          <a:solidFill>
                            <a:schemeClr val="tx1"/>
                          </a:solidFill>
                        </a:rPr>
                        <a:t>.</a:t>
                      </a:r>
                    </a:p>
                  </a:txBody>
                  <a:tcPr>
                    <a:solidFill>
                      <a:srgbClr val="E9EDF4"/>
                    </a:solidFill>
                  </a:tcPr>
                </a:tc>
                <a:extLst>
                  <a:ext uri="{0D108BD9-81ED-4DB2-BD59-A6C34878D82A}">
                    <a16:rowId xmlns:a16="http://schemas.microsoft.com/office/drawing/2014/main" val="905053087"/>
                  </a:ext>
                </a:extLst>
              </a:tr>
              <a:tr h="569594">
                <a:tc>
                  <a:txBody>
                    <a:bodyPr/>
                    <a:lstStyle/>
                    <a:p>
                      <a:pPr lvl="0">
                        <a:buNone/>
                      </a:pPr>
                      <a:endParaRPr lang="en-GB" sz="1600" dirty="0"/>
                    </a:p>
                  </a:txBody>
                  <a:tcPr/>
                </a:tc>
                <a:tc>
                  <a:txBody>
                    <a:bodyPr/>
                    <a:lstStyle/>
                    <a:p>
                      <a:pPr lvl="0">
                        <a:buNone/>
                      </a:pPr>
                      <a:r>
                        <a:rPr lang="en-GB" sz="1600" dirty="0"/>
                        <a:t>Students apply directly to the companies for the roles that interest them.  </a:t>
                      </a:r>
                    </a:p>
                  </a:txBody>
                  <a:tcPr/>
                </a:tc>
                <a:extLst>
                  <a:ext uri="{0D108BD9-81ED-4DB2-BD59-A6C34878D82A}">
                    <a16:rowId xmlns:a16="http://schemas.microsoft.com/office/drawing/2014/main" val="3922587347"/>
                  </a:ext>
                </a:extLst>
              </a:tr>
              <a:tr h="569594">
                <a:tc>
                  <a:txBody>
                    <a:bodyPr/>
                    <a:lstStyle/>
                    <a:p>
                      <a:pPr lvl="0">
                        <a:buNone/>
                      </a:pPr>
                      <a:endParaRPr lang="en-GB" sz="1600" dirty="0"/>
                    </a:p>
                  </a:txBody>
                  <a:tcPr/>
                </a:tc>
                <a:tc>
                  <a:txBody>
                    <a:bodyPr/>
                    <a:lstStyle/>
                    <a:p>
                      <a:pPr lvl="0">
                        <a:buNone/>
                      </a:pPr>
                      <a:r>
                        <a:rPr lang="en-GB" sz="1600" dirty="0"/>
                        <a:t>Each company uses their normal HR process to hire Interns.</a:t>
                      </a:r>
                    </a:p>
                    <a:p>
                      <a:pPr lvl="0">
                        <a:buNone/>
                      </a:pPr>
                      <a:r>
                        <a:rPr lang="en-GB" sz="1600" dirty="0"/>
                        <a:t>May include – technical assessments, interview(s) -&gt; offer</a:t>
                      </a:r>
                    </a:p>
                  </a:txBody>
                  <a:tcPr/>
                </a:tc>
                <a:extLst>
                  <a:ext uri="{0D108BD9-81ED-4DB2-BD59-A6C34878D82A}">
                    <a16:rowId xmlns:a16="http://schemas.microsoft.com/office/drawing/2014/main" val="2402954814"/>
                  </a:ext>
                </a:extLst>
              </a:tr>
              <a:tr h="569594">
                <a:tc>
                  <a:txBody>
                    <a:bodyPr/>
                    <a:lstStyle/>
                    <a:p>
                      <a:pPr lvl="0">
                        <a:buNone/>
                      </a:pPr>
                      <a:endParaRPr lang="en-GB" sz="1600" dirty="0"/>
                    </a:p>
                  </a:txBody>
                  <a:tcPr/>
                </a:tc>
                <a:tc>
                  <a:txBody>
                    <a:bodyPr/>
                    <a:lstStyle/>
                    <a:p>
                      <a:pPr lvl="0">
                        <a:buNone/>
                      </a:pPr>
                      <a:r>
                        <a:rPr lang="en-GB" sz="1600" dirty="0"/>
                        <a:t>Offers should be complete by 30th November 2026. Internship Agreements signed before starting. (Guideline)</a:t>
                      </a:r>
                    </a:p>
                  </a:txBody>
                  <a:tcPr/>
                </a:tc>
                <a:extLst>
                  <a:ext uri="{0D108BD9-81ED-4DB2-BD59-A6C34878D82A}">
                    <a16:rowId xmlns:a16="http://schemas.microsoft.com/office/drawing/2014/main" val="2531867919"/>
                  </a:ext>
                </a:extLst>
              </a:tr>
              <a:tr h="569594">
                <a:tc>
                  <a:txBody>
                    <a:bodyPr/>
                    <a:lstStyle/>
                    <a:p>
                      <a:pPr lvl="0">
                        <a:buNone/>
                      </a:pPr>
                      <a:endParaRPr lang="en-GB" sz="1600" dirty="0"/>
                    </a:p>
                  </a:txBody>
                  <a:tcPr>
                    <a:solidFill>
                      <a:srgbClr val="E9EDF4"/>
                    </a:solidFill>
                  </a:tcPr>
                </a:tc>
                <a:tc>
                  <a:txBody>
                    <a:bodyPr/>
                    <a:lstStyle/>
                    <a:p>
                      <a:pPr lvl="0" algn="l">
                        <a:lnSpc>
                          <a:spcPct val="100000"/>
                        </a:lnSpc>
                        <a:spcBef>
                          <a:spcPts val="0"/>
                        </a:spcBef>
                        <a:spcAft>
                          <a:spcPts val="0"/>
                        </a:spcAft>
                        <a:buNone/>
                      </a:pPr>
                      <a:r>
                        <a:rPr lang="en-GB" sz="1600" b="0" i="0" u="none" strike="noStrike" noProof="0" dirty="0">
                          <a:solidFill>
                            <a:srgbClr val="000000"/>
                          </a:solidFill>
                          <a:latin typeface="Calibri"/>
                          <a:ea typeface="Calibri"/>
                          <a:cs typeface="Calibri"/>
                        </a:rPr>
                        <a:t>If a student finds / is offered a role not listed on </a:t>
                      </a:r>
                      <a:r>
                        <a:rPr lang="en-GB" sz="1600" b="0" i="0" u="none" strike="noStrike" noProof="0" dirty="0" err="1">
                          <a:solidFill>
                            <a:srgbClr val="000000"/>
                          </a:solidFill>
                          <a:latin typeface="Calibri"/>
                          <a:ea typeface="Calibri"/>
                          <a:cs typeface="Calibri"/>
                        </a:rPr>
                        <a:t>BlackBoard</a:t>
                      </a:r>
                      <a:r>
                        <a:rPr lang="en-GB" sz="1600" b="0" i="0" u="none" strike="noStrike" noProof="0" dirty="0">
                          <a:solidFill>
                            <a:srgbClr val="000000"/>
                          </a:solidFill>
                          <a:latin typeface="Calibri"/>
                          <a:ea typeface="Calibri"/>
                          <a:cs typeface="Calibri"/>
                        </a:rPr>
                        <a:t> – check with co-ordinator before signing anything. </a:t>
                      </a:r>
                    </a:p>
                  </a:txBody>
                  <a:tcPr>
                    <a:solidFill>
                      <a:srgbClr val="E9EDF4"/>
                    </a:solidFill>
                  </a:tcPr>
                </a:tc>
                <a:extLst>
                  <a:ext uri="{0D108BD9-81ED-4DB2-BD59-A6C34878D82A}">
                    <a16:rowId xmlns:a16="http://schemas.microsoft.com/office/drawing/2014/main" val="2817637178"/>
                  </a:ext>
                </a:extLst>
              </a:tr>
              <a:tr h="569594">
                <a:tc>
                  <a:txBody>
                    <a:bodyPr/>
                    <a:lstStyle/>
                    <a:p>
                      <a:pPr lvl="0">
                        <a:buNone/>
                      </a:pPr>
                      <a:endParaRPr lang="en-GB" sz="1600" dirty="0"/>
                    </a:p>
                  </a:txBody>
                  <a:tcPr/>
                </a:tc>
                <a:tc>
                  <a:txBody>
                    <a:bodyPr/>
                    <a:lstStyle/>
                    <a:p>
                      <a:pPr lvl="0">
                        <a:buNone/>
                      </a:pPr>
                      <a:r>
                        <a:rPr lang="en-GB" sz="1600" dirty="0"/>
                        <a:t>Internships outside of Ireland are permitted-ask co-ordinator for details. </a:t>
                      </a:r>
                    </a:p>
                  </a:txBody>
                  <a:tcPr/>
                </a:tc>
                <a:extLst>
                  <a:ext uri="{0D108BD9-81ED-4DB2-BD59-A6C34878D82A}">
                    <a16:rowId xmlns:a16="http://schemas.microsoft.com/office/drawing/2014/main" val="3751777122"/>
                  </a:ext>
                </a:extLst>
              </a:tr>
            </a:tbl>
          </a:graphicData>
        </a:graphic>
      </p:graphicFrame>
      <p:pic>
        <p:nvPicPr>
          <p:cNvPr id="26" name="Graphic 25">
            <a:extLst>
              <a:ext uri="{FF2B5EF4-FFF2-40B4-BE49-F238E27FC236}">
                <a16:creationId xmlns:a16="http://schemas.microsoft.com/office/drawing/2014/main" id="{33137DE6-B066-AA92-9E4B-D99E85A075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21998" y="1683229"/>
            <a:ext cx="601693" cy="558561"/>
          </a:xfrm>
          <a:prstGeom prst="rect">
            <a:avLst/>
          </a:prstGeom>
        </p:spPr>
      </p:pic>
      <p:pic>
        <p:nvPicPr>
          <p:cNvPr id="27" name="Graphic 26">
            <a:extLst>
              <a:ext uri="{FF2B5EF4-FFF2-40B4-BE49-F238E27FC236}">
                <a16:creationId xmlns:a16="http://schemas.microsoft.com/office/drawing/2014/main" id="{558FC05A-1DFC-A273-9AA5-C6B550F9DA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0432" y="2190031"/>
            <a:ext cx="644825" cy="644825"/>
          </a:xfrm>
          <a:prstGeom prst="rect">
            <a:avLst/>
          </a:prstGeom>
        </p:spPr>
      </p:pic>
      <p:pic>
        <p:nvPicPr>
          <p:cNvPr id="28" name="Graphic 27">
            <a:extLst>
              <a:ext uri="{FF2B5EF4-FFF2-40B4-BE49-F238E27FC236}">
                <a16:creationId xmlns:a16="http://schemas.microsoft.com/office/drawing/2014/main" id="{4373098C-FEF3-8F02-B579-037DFDA105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1998" y="2804662"/>
            <a:ext cx="644825" cy="623259"/>
          </a:xfrm>
          <a:prstGeom prst="rect">
            <a:avLst/>
          </a:prstGeom>
        </p:spPr>
      </p:pic>
      <p:pic>
        <p:nvPicPr>
          <p:cNvPr id="29" name="Graphic 28">
            <a:extLst>
              <a:ext uri="{FF2B5EF4-FFF2-40B4-BE49-F238E27FC236}">
                <a16:creationId xmlns:a16="http://schemas.microsoft.com/office/drawing/2014/main" id="{C91AABBB-9D60-EB8C-EB94-ABA8092716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8866" y="1025465"/>
            <a:ext cx="687957" cy="709523"/>
          </a:xfrm>
          <a:prstGeom prst="rect">
            <a:avLst/>
          </a:prstGeom>
        </p:spPr>
      </p:pic>
      <p:pic>
        <p:nvPicPr>
          <p:cNvPr id="30" name="Graphic 29">
            <a:extLst>
              <a:ext uri="{FF2B5EF4-FFF2-40B4-BE49-F238E27FC236}">
                <a16:creationId xmlns:a16="http://schemas.microsoft.com/office/drawing/2014/main" id="{AE7805CF-25C7-7D29-201B-82068D60D9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54347" y="3419295"/>
            <a:ext cx="569344" cy="547778"/>
          </a:xfrm>
          <a:prstGeom prst="rect">
            <a:avLst/>
          </a:prstGeom>
        </p:spPr>
      </p:pic>
      <p:pic>
        <p:nvPicPr>
          <p:cNvPr id="32" name="Graphic 31">
            <a:extLst>
              <a:ext uri="{FF2B5EF4-FFF2-40B4-BE49-F238E27FC236}">
                <a16:creationId xmlns:a16="http://schemas.microsoft.com/office/drawing/2014/main" id="{0733EE98-3FB6-2D9F-D0A7-9741AC608C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08262" y="4066276"/>
            <a:ext cx="472297" cy="450731"/>
          </a:xfrm>
          <a:prstGeom prst="rect">
            <a:avLst/>
          </a:prstGeom>
        </p:spPr>
      </p:pic>
    </p:spTree>
    <p:extLst>
      <p:ext uri="{BB962C8B-B14F-4D97-AF65-F5344CB8AC3E}">
        <p14:creationId xmlns:p14="http://schemas.microsoft.com/office/powerpoint/2010/main" val="4045806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DA2A-B7CD-C8DD-EBD6-92EF481E4738}"/>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D174DB34-FCC2-D907-9441-5A181AE3BEA9}"/>
              </a:ext>
            </a:extLst>
          </p:cNvPr>
          <p:cNvSpPr>
            <a:spLocks noGrp="1"/>
          </p:cNvSpPr>
          <p:nvPr>
            <p:ph type="title"/>
          </p:nvPr>
        </p:nvSpPr>
        <p:spPr/>
        <p:txBody>
          <a:bodyPr/>
          <a:lstStyle/>
          <a:p>
            <a:r>
              <a:rPr lang="en-GB" dirty="0"/>
              <a:t>The Process - Accepting</a:t>
            </a:r>
          </a:p>
        </p:txBody>
      </p:sp>
      <p:sp>
        <p:nvSpPr>
          <p:cNvPr id="2" name="Slide Number Placeholder 1">
            <a:extLst>
              <a:ext uri="{FF2B5EF4-FFF2-40B4-BE49-F238E27FC236}">
                <a16:creationId xmlns:a16="http://schemas.microsoft.com/office/drawing/2014/main" id="{7536D438-E7C5-549A-46C8-328B7829D791}"/>
              </a:ext>
            </a:extLst>
          </p:cNvPr>
          <p:cNvSpPr>
            <a:spLocks noGrp="1"/>
          </p:cNvSpPr>
          <p:nvPr>
            <p:ph type="sldNum" sz="quarter" idx="4"/>
          </p:nvPr>
        </p:nvSpPr>
        <p:spPr/>
        <p:txBody>
          <a:bodyPr/>
          <a:lstStyle/>
          <a:p>
            <a:fld id="{DDBE135E-2566-4748-853C-8A3B78F0FB00}" type="slidenum">
              <a:rPr lang="en-GB" smtClean="0"/>
              <a:pPr/>
              <a:t>17</a:t>
            </a:fld>
            <a:endParaRPr lang="en-GB"/>
          </a:p>
        </p:txBody>
      </p:sp>
      <p:graphicFrame>
        <p:nvGraphicFramePr>
          <p:cNvPr id="24" name="Table 23">
            <a:extLst>
              <a:ext uri="{FF2B5EF4-FFF2-40B4-BE49-F238E27FC236}">
                <a16:creationId xmlns:a16="http://schemas.microsoft.com/office/drawing/2014/main" id="{933BD761-981F-BEB7-382A-036F1D931396}"/>
              </a:ext>
            </a:extLst>
          </p:cNvPr>
          <p:cNvGraphicFramePr>
            <a:graphicFrameLocks noGrp="1"/>
          </p:cNvGraphicFramePr>
          <p:nvPr>
            <p:extLst>
              <p:ext uri="{D42A27DB-BD31-4B8C-83A1-F6EECF244321}">
                <p14:modId xmlns:p14="http://schemas.microsoft.com/office/powerpoint/2010/main" val="2842154763"/>
              </p:ext>
            </p:extLst>
          </p:nvPr>
        </p:nvGraphicFramePr>
        <p:xfrm>
          <a:off x="851858" y="1326310"/>
          <a:ext cx="8206765" cy="2886074"/>
        </p:xfrm>
        <a:graphic>
          <a:graphicData uri="http://schemas.openxmlformats.org/drawingml/2006/table">
            <a:tbl>
              <a:tblPr firstRow="1" bandRow="1">
                <a:tableStyleId>{5C22544A-7EE6-4342-B048-85BDC9FD1C3A}</a:tableStyleId>
              </a:tblPr>
              <a:tblGrid>
                <a:gridCol w="1487844">
                  <a:extLst>
                    <a:ext uri="{9D8B030D-6E8A-4147-A177-3AD203B41FA5}">
                      <a16:colId xmlns:a16="http://schemas.microsoft.com/office/drawing/2014/main" val="2547765309"/>
                    </a:ext>
                  </a:extLst>
                </a:gridCol>
                <a:gridCol w="6718921">
                  <a:extLst>
                    <a:ext uri="{9D8B030D-6E8A-4147-A177-3AD203B41FA5}">
                      <a16:colId xmlns:a16="http://schemas.microsoft.com/office/drawing/2014/main" val="2335836430"/>
                    </a:ext>
                  </a:extLst>
                </a:gridCol>
              </a:tblGrid>
              <a:tr h="569594">
                <a:tc>
                  <a:txBody>
                    <a:bodyPr/>
                    <a:lstStyle/>
                    <a:p>
                      <a:pPr lvl="0">
                        <a:buNone/>
                      </a:pPr>
                      <a:endParaRPr lang="en-GB" sz="1600" dirty="0"/>
                    </a:p>
                  </a:txBody>
                  <a:tcPr>
                    <a:solidFill>
                      <a:srgbClr val="E9EDF4"/>
                    </a:solidFill>
                  </a:tcPr>
                </a:tc>
                <a:tc>
                  <a:txBody>
                    <a:bodyPr/>
                    <a:lstStyle/>
                    <a:p>
                      <a:pPr lvl="0">
                        <a:buNone/>
                      </a:pPr>
                      <a:r>
                        <a:rPr lang="en-GB" sz="1600" b="0" dirty="0">
                          <a:solidFill>
                            <a:schemeClr val="tx1"/>
                          </a:solidFill>
                        </a:rPr>
                        <a:t>Never accept and offer you do not intend to take the position. </a:t>
                      </a:r>
                    </a:p>
                  </a:txBody>
                  <a:tcPr>
                    <a:solidFill>
                      <a:srgbClr val="E9EDF4"/>
                    </a:solidFill>
                  </a:tcPr>
                </a:tc>
                <a:extLst>
                  <a:ext uri="{0D108BD9-81ED-4DB2-BD59-A6C34878D82A}">
                    <a16:rowId xmlns:a16="http://schemas.microsoft.com/office/drawing/2014/main" val="905053087"/>
                  </a:ext>
                </a:extLst>
              </a:tr>
              <a:tr h="569594">
                <a:tc>
                  <a:txBody>
                    <a:bodyPr/>
                    <a:lstStyle/>
                    <a:p>
                      <a:pPr lvl="0">
                        <a:buNone/>
                      </a:pPr>
                      <a:endParaRPr lang="en-GB" sz="1600" dirty="0"/>
                    </a:p>
                  </a:txBody>
                  <a:tcPr/>
                </a:tc>
                <a:tc>
                  <a:txBody>
                    <a:bodyPr/>
                    <a:lstStyle/>
                    <a:p>
                      <a:pPr lvl="0">
                        <a:buNone/>
                      </a:pPr>
                      <a:r>
                        <a:rPr lang="en-GB" sz="1600" dirty="0"/>
                        <a:t>If you need additional time to make a decision – ask the company – they may or may not give you time but it's worth asking. </a:t>
                      </a:r>
                    </a:p>
                  </a:txBody>
                  <a:tcPr/>
                </a:tc>
                <a:extLst>
                  <a:ext uri="{0D108BD9-81ED-4DB2-BD59-A6C34878D82A}">
                    <a16:rowId xmlns:a16="http://schemas.microsoft.com/office/drawing/2014/main" val="3922587347"/>
                  </a:ext>
                </a:extLst>
              </a:tr>
              <a:tr h="569594">
                <a:tc>
                  <a:txBody>
                    <a:bodyPr/>
                    <a:lstStyle/>
                    <a:p>
                      <a:pPr lvl="0">
                        <a:buNone/>
                      </a:pPr>
                      <a:endParaRPr lang="en-GB" sz="1600" dirty="0"/>
                    </a:p>
                  </a:txBody>
                  <a:tcPr/>
                </a:tc>
                <a:tc>
                  <a:txBody>
                    <a:bodyPr/>
                    <a:lstStyle/>
                    <a:p>
                      <a:pPr lvl="0">
                        <a:buNone/>
                      </a:pPr>
                      <a:r>
                        <a:rPr lang="en-GB" sz="1600" dirty="0"/>
                        <a:t>If you decide to decline an offer – do so as soon as you can and thank the company. </a:t>
                      </a:r>
                    </a:p>
                  </a:txBody>
                  <a:tcPr/>
                </a:tc>
                <a:extLst>
                  <a:ext uri="{0D108BD9-81ED-4DB2-BD59-A6C34878D82A}">
                    <a16:rowId xmlns:a16="http://schemas.microsoft.com/office/drawing/2014/main" val="2402954814"/>
                  </a:ext>
                </a:extLst>
              </a:tr>
              <a:tr h="569594">
                <a:tc>
                  <a:txBody>
                    <a:bodyPr/>
                    <a:lstStyle/>
                    <a:p>
                      <a:pPr lvl="0">
                        <a:buNone/>
                      </a:pPr>
                      <a:endParaRPr lang="en-GB" sz="1600" dirty="0"/>
                    </a:p>
                  </a:txBody>
                  <a:tcPr/>
                </a:tc>
                <a:tc>
                  <a:txBody>
                    <a:bodyPr/>
                    <a:lstStyle/>
                    <a:p>
                      <a:pPr lvl="0">
                        <a:buNone/>
                      </a:pPr>
                      <a:r>
                        <a:rPr lang="en-GB" sz="1600" dirty="0"/>
                        <a:t>Offers should be complete by 30th November 2026. Internship Agreements signed before starting. </a:t>
                      </a:r>
                    </a:p>
                  </a:txBody>
                  <a:tcPr/>
                </a:tc>
                <a:extLst>
                  <a:ext uri="{0D108BD9-81ED-4DB2-BD59-A6C34878D82A}">
                    <a16:rowId xmlns:a16="http://schemas.microsoft.com/office/drawing/2014/main" val="2531867919"/>
                  </a:ext>
                </a:extLst>
              </a:tr>
              <a:tr h="569594">
                <a:tc>
                  <a:txBody>
                    <a:bodyPr/>
                    <a:lstStyle/>
                    <a:p>
                      <a:pPr lvl="0">
                        <a:buNone/>
                      </a:pPr>
                      <a:endParaRPr lang="en-GB" sz="1600" dirty="0"/>
                    </a:p>
                  </a:txBody>
                  <a:tcPr>
                    <a:solidFill>
                      <a:srgbClr val="E9EDF4"/>
                    </a:solidFill>
                  </a:tcPr>
                </a:tc>
                <a:tc>
                  <a:txBody>
                    <a:bodyPr/>
                    <a:lstStyle/>
                    <a:p>
                      <a:pPr lvl="0" algn="l">
                        <a:lnSpc>
                          <a:spcPct val="100000"/>
                        </a:lnSpc>
                        <a:spcBef>
                          <a:spcPts val="0"/>
                        </a:spcBef>
                        <a:spcAft>
                          <a:spcPts val="0"/>
                        </a:spcAft>
                        <a:buNone/>
                      </a:pPr>
                      <a:r>
                        <a:rPr lang="en-GB" sz="1600" b="0" i="0" u="none" strike="noStrike" noProof="0" dirty="0">
                          <a:solidFill>
                            <a:srgbClr val="000000"/>
                          </a:solidFill>
                          <a:latin typeface="Calibri"/>
                          <a:ea typeface="Calibri"/>
                          <a:cs typeface="Calibri"/>
                        </a:rPr>
                        <a:t>Once you accept an offer –complete the internship agreement and send to the company for signing.  Internship co-ordinator will get it signed by Trinity / SCSS. </a:t>
                      </a:r>
                    </a:p>
                  </a:txBody>
                  <a:tcPr>
                    <a:solidFill>
                      <a:srgbClr val="E9EDF4"/>
                    </a:solidFill>
                  </a:tcPr>
                </a:tc>
                <a:extLst>
                  <a:ext uri="{0D108BD9-81ED-4DB2-BD59-A6C34878D82A}">
                    <a16:rowId xmlns:a16="http://schemas.microsoft.com/office/drawing/2014/main" val="2817637178"/>
                  </a:ext>
                </a:extLst>
              </a:tr>
            </a:tbl>
          </a:graphicData>
        </a:graphic>
      </p:graphicFrame>
      <p:pic>
        <p:nvPicPr>
          <p:cNvPr id="3" name="Graphic 2">
            <a:extLst>
              <a:ext uri="{FF2B5EF4-FFF2-40B4-BE49-F238E27FC236}">
                <a16:creationId xmlns:a16="http://schemas.microsoft.com/office/drawing/2014/main" id="{8B26ADE9-867B-3EDE-628C-4ACFC84C54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43564" y="1327389"/>
            <a:ext cx="558561" cy="569344"/>
          </a:xfrm>
          <a:prstGeom prst="rect">
            <a:avLst/>
          </a:prstGeom>
        </p:spPr>
      </p:pic>
      <p:pic>
        <p:nvPicPr>
          <p:cNvPr id="4" name="Graphic 3">
            <a:extLst>
              <a:ext uri="{FF2B5EF4-FFF2-40B4-BE49-F238E27FC236}">
                <a16:creationId xmlns:a16="http://schemas.microsoft.com/office/drawing/2014/main" id="{168BE171-86FB-F0E4-1429-E430A4806E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1998" y="1898889"/>
            <a:ext cx="536995" cy="504646"/>
          </a:xfrm>
          <a:prstGeom prst="rect">
            <a:avLst/>
          </a:prstGeom>
        </p:spPr>
      </p:pic>
      <p:pic>
        <p:nvPicPr>
          <p:cNvPr id="5" name="Graphic 4">
            <a:extLst>
              <a:ext uri="{FF2B5EF4-FFF2-40B4-BE49-F238E27FC236}">
                <a16:creationId xmlns:a16="http://schemas.microsoft.com/office/drawing/2014/main" id="{EA6E319E-0FBE-CF2C-8509-F850B841D5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6517" y="2470389"/>
            <a:ext cx="741872" cy="634042"/>
          </a:xfrm>
          <a:prstGeom prst="rect">
            <a:avLst/>
          </a:prstGeom>
        </p:spPr>
      </p:pic>
      <p:pic>
        <p:nvPicPr>
          <p:cNvPr id="7" name="Graphic 6">
            <a:extLst>
              <a:ext uri="{FF2B5EF4-FFF2-40B4-BE49-F238E27FC236}">
                <a16:creationId xmlns:a16="http://schemas.microsoft.com/office/drawing/2014/main" id="{209AA687-F51F-A230-D7C1-24A31A6D25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21998" y="3020322"/>
            <a:ext cx="644825" cy="623259"/>
          </a:xfrm>
          <a:prstGeom prst="rect">
            <a:avLst/>
          </a:prstGeom>
        </p:spPr>
      </p:pic>
      <p:pic>
        <p:nvPicPr>
          <p:cNvPr id="8" name="Graphic 7">
            <a:extLst>
              <a:ext uri="{FF2B5EF4-FFF2-40B4-BE49-F238E27FC236}">
                <a16:creationId xmlns:a16="http://schemas.microsoft.com/office/drawing/2014/main" id="{7D4B7625-E6AF-1BC4-D66C-0B4AAC2906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21998" y="3548691"/>
            <a:ext cx="580127" cy="698740"/>
          </a:xfrm>
          <a:prstGeom prst="rect">
            <a:avLst/>
          </a:prstGeom>
        </p:spPr>
      </p:pic>
    </p:spTree>
    <p:extLst>
      <p:ext uri="{BB962C8B-B14F-4D97-AF65-F5344CB8AC3E}">
        <p14:creationId xmlns:p14="http://schemas.microsoft.com/office/powerpoint/2010/main" val="4293760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707" y="253400"/>
            <a:ext cx="4095476" cy="421200"/>
          </a:xfrm>
        </p:spPr>
        <p:txBody>
          <a:bodyPr/>
          <a:lstStyle/>
          <a:p>
            <a:r>
              <a:rPr lang="en-GB"/>
              <a:t>Internship Speed Connect</a:t>
            </a:r>
          </a:p>
        </p:txBody>
      </p:sp>
      <p:sp>
        <p:nvSpPr>
          <p:cNvPr id="3" name="Text Placeholder 2"/>
          <p:cNvSpPr>
            <a:spLocks noGrp="1"/>
          </p:cNvSpPr>
          <p:nvPr>
            <p:ph type="body" sz="quarter" idx="10"/>
          </p:nvPr>
        </p:nvSpPr>
        <p:spPr/>
        <p:txBody>
          <a:bodyPr vert="horz" lIns="0" tIns="0" rIns="0" bIns="0" rtlCol="0" anchor="t">
            <a:noAutofit/>
          </a:bodyPr>
          <a:lstStyle/>
          <a:p>
            <a:r>
              <a:rPr lang="en-GB" sz="1600"/>
              <a:t>In-person event</a:t>
            </a:r>
            <a:endParaRPr lang="en-GB" sz="1600">
              <a:cs typeface="Calibri"/>
            </a:endParaRPr>
          </a:p>
          <a:p>
            <a:r>
              <a:rPr lang="en-GB"/>
              <a:t>Opportunity to meet with multiple companies in a fun, fast-paced format.</a:t>
            </a:r>
            <a:endParaRPr lang="en-GB" sz="1600">
              <a:cs typeface="Calibri"/>
            </a:endParaRPr>
          </a:p>
          <a:p>
            <a:r>
              <a:rPr lang="en-GB" sz="1600"/>
              <a:t>Prior to event students will book into slots with up to </a:t>
            </a:r>
            <a:r>
              <a:rPr lang="en-GB"/>
              <a:t>10 </a:t>
            </a:r>
            <a:r>
              <a:rPr lang="en-GB" sz="1600"/>
              <a:t>companies.</a:t>
            </a:r>
            <a:r>
              <a:rPr lang="en-GB"/>
              <a:t>  </a:t>
            </a:r>
            <a:endParaRPr lang="en-GB" sz="1600">
              <a:cs typeface="Calibri"/>
            </a:endParaRPr>
          </a:p>
          <a:p>
            <a:r>
              <a:rPr lang="en-GB"/>
              <a:t>Networking opportunities during break.</a:t>
            </a:r>
            <a:endParaRPr lang="en-GB" dirty="0">
              <a:ea typeface="Calibri"/>
              <a:cs typeface="Calibri"/>
            </a:endParaRPr>
          </a:p>
          <a:p>
            <a:r>
              <a:rPr lang="en-GB" b="1">
                <a:ea typeface="+mn-lt"/>
                <a:cs typeface="+mn-lt"/>
              </a:rPr>
              <a:t>Attendance is mandatory </a:t>
            </a:r>
            <a:r>
              <a:rPr lang="en-GB">
                <a:ea typeface="+mn-lt"/>
                <a:cs typeface="+mn-lt"/>
              </a:rPr>
              <a:t>unless you already have an internship.</a:t>
            </a:r>
            <a:endParaRPr lang="en-GB" sz="1600">
              <a:cs typeface="Calibri"/>
            </a:endParaRPr>
          </a:p>
          <a:p>
            <a:r>
              <a:rPr lang="en-GB" dirty="0">
                <a:ea typeface="Calibri"/>
                <a:cs typeface="Calibri"/>
              </a:rPr>
              <a:t>New Location Trinity Innovation Hub</a:t>
            </a:r>
          </a:p>
          <a:p>
            <a:endParaRPr lang="en-GB">
              <a:ea typeface="Calibri"/>
              <a:cs typeface="Calibri"/>
            </a:endParaRPr>
          </a:p>
        </p:txBody>
      </p:sp>
      <p:sp>
        <p:nvSpPr>
          <p:cNvPr id="5" name="Slide Number Placeholder 4">
            <a:extLst>
              <a:ext uri="{FF2B5EF4-FFF2-40B4-BE49-F238E27FC236}">
                <a16:creationId xmlns:a16="http://schemas.microsoft.com/office/drawing/2014/main" id="{528CD0D1-EDF3-0048-B2CC-87E57CD342B5}"/>
              </a:ext>
            </a:extLst>
          </p:cNvPr>
          <p:cNvSpPr>
            <a:spLocks noGrp="1"/>
          </p:cNvSpPr>
          <p:nvPr>
            <p:ph type="sldNum" sz="quarter" idx="4"/>
          </p:nvPr>
        </p:nvSpPr>
        <p:spPr/>
        <p:txBody>
          <a:bodyPr/>
          <a:lstStyle/>
          <a:p>
            <a:fld id="{DDBE135E-2566-4748-853C-8A3B78F0FB00}" type="slidenum">
              <a:rPr lang="en-GB" smtClean="0"/>
              <a:pPr/>
              <a:t>18</a:t>
            </a:fld>
            <a:endParaRPr lang="en-GB"/>
          </a:p>
        </p:txBody>
      </p:sp>
      <p:sp>
        <p:nvSpPr>
          <p:cNvPr id="15" name="Text Placeholder 14">
            <a:extLst>
              <a:ext uri="{FF2B5EF4-FFF2-40B4-BE49-F238E27FC236}">
                <a16:creationId xmlns:a16="http://schemas.microsoft.com/office/drawing/2014/main" id="{42943DB8-1913-4CE8-9E23-4CFD01899B25}"/>
              </a:ext>
            </a:extLst>
          </p:cNvPr>
          <p:cNvSpPr>
            <a:spLocks noGrp="1"/>
          </p:cNvSpPr>
          <p:nvPr>
            <p:ph type="body" sz="quarter" idx="11"/>
          </p:nvPr>
        </p:nvSpPr>
        <p:spPr>
          <a:xfrm>
            <a:off x="690707" y="719086"/>
            <a:ext cx="5747878" cy="207169"/>
          </a:xfrm>
        </p:spPr>
        <p:txBody>
          <a:bodyPr vert="horz" lIns="0" tIns="0" rIns="0" bIns="0" rtlCol="0" anchor="t">
            <a:noAutofit/>
          </a:bodyPr>
          <a:lstStyle/>
          <a:p>
            <a:r>
              <a:rPr lang="en-IE"/>
              <a:t>Wednesday </a:t>
            </a:r>
            <a:r>
              <a:rPr lang="en-IE" dirty="0"/>
              <a:t>23rd </a:t>
            </a:r>
            <a:r>
              <a:rPr lang="en-IE"/>
              <a:t>of September, </a:t>
            </a:r>
            <a:r>
              <a:rPr lang="en-IE" dirty="0"/>
              <a:t>9.30 </a:t>
            </a:r>
            <a:r>
              <a:rPr lang="en-IE"/>
              <a:t>- </a:t>
            </a:r>
            <a:r>
              <a:rPr lang="en-IE" dirty="0"/>
              <a:t>1.30pm</a:t>
            </a:r>
            <a:endParaRPr lang="en-IE"/>
          </a:p>
        </p:txBody>
      </p:sp>
      <p:pic>
        <p:nvPicPr>
          <p:cNvPr id="8" name="Picture 7">
            <a:extLst>
              <a:ext uri="{FF2B5EF4-FFF2-40B4-BE49-F238E27FC236}">
                <a16:creationId xmlns:a16="http://schemas.microsoft.com/office/drawing/2014/main" id="{483504C3-1F1B-B2E3-CD0E-66AD41191460}"/>
              </a:ext>
            </a:extLst>
          </p:cNvPr>
          <p:cNvPicPr>
            <a:picLocks noChangeAspect="1"/>
          </p:cNvPicPr>
          <p:nvPr/>
        </p:nvPicPr>
        <p:blipFill>
          <a:blip r:embed="rId2"/>
          <a:stretch>
            <a:fillRect/>
          </a:stretch>
        </p:blipFill>
        <p:spPr>
          <a:xfrm>
            <a:off x="5037467" y="1204104"/>
            <a:ext cx="3953774" cy="3942991"/>
          </a:xfrm>
          <a:prstGeom prst="rect">
            <a:avLst/>
          </a:prstGeom>
        </p:spPr>
      </p:pic>
    </p:spTree>
    <p:extLst>
      <p:ext uri="{BB962C8B-B14F-4D97-AF65-F5344CB8AC3E}">
        <p14:creationId xmlns:p14="http://schemas.microsoft.com/office/powerpoint/2010/main" val="3023508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59888-4451-A2DA-A604-77C1738273DD}"/>
              </a:ext>
            </a:extLst>
          </p:cNvPr>
          <p:cNvSpPr>
            <a:spLocks noGrp="1"/>
          </p:cNvSpPr>
          <p:nvPr>
            <p:ph type="title"/>
          </p:nvPr>
        </p:nvSpPr>
        <p:spPr/>
        <p:txBody>
          <a:bodyPr/>
          <a:lstStyle/>
          <a:p>
            <a:r>
              <a:rPr lang="en-IE"/>
              <a:t>Speed Connect Attendees 2025</a:t>
            </a:r>
          </a:p>
        </p:txBody>
      </p:sp>
      <p:sp>
        <p:nvSpPr>
          <p:cNvPr id="16" name="Text Placeholder 15">
            <a:extLst>
              <a:ext uri="{FF2B5EF4-FFF2-40B4-BE49-F238E27FC236}">
                <a16:creationId xmlns:a16="http://schemas.microsoft.com/office/drawing/2014/main" id="{DBFE0F71-A2D0-2555-4E0E-C397C548302D}"/>
              </a:ext>
            </a:extLst>
          </p:cNvPr>
          <p:cNvSpPr>
            <a:spLocks noGrp="1"/>
          </p:cNvSpPr>
          <p:nvPr>
            <p:ph type="body" sz="quarter" idx="11"/>
          </p:nvPr>
        </p:nvSpPr>
        <p:spPr/>
        <p:txBody>
          <a:bodyPr/>
          <a:lstStyle/>
          <a:p>
            <a:endParaRPr lang="en-IE"/>
          </a:p>
        </p:txBody>
      </p:sp>
      <p:sp>
        <p:nvSpPr>
          <p:cNvPr id="5" name="Slide Number Placeholder 4">
            <a:extLst>
              <a:ext uri="{FF2B5EF4-FFF2-40B4-BE49-F238E27FC236}">
                <a16:creationId xmlns:a16="http://schemas.microsoft.com/office/drawing/2014/main" id="{27D6ECE7-2C33-C623-BE43-84A0410D67E4}"/>
              </a:ext>
            </a:extLst>
          </p:cNvPr>
          <p:cNvSpPr>
            <a:spLocks noGrp="1"/>
          </p:cNvSpPr>
          <p:nvPr>
            <p:ph type="sldNum" sz="quarter" idx="4"/>
          </p:nvPr>
        </p:nvSpPr>
        <p:spPr/>
        <p:txBody>
          <a:bodyPr/>
          <a:lstStyle/>
          <a:p>
            <a:fld id="{DDBE135E-2566-4748-853C-8A3B78F0FB00}" type="slidenum">
              <a:rPr lang="en-GB" smtClean="0"/>
              <a:pPr/>
              <a:t>19</a:t>
            </a:fld>
            <a:endParaRPr lang="en-GB"/>
          </a:p>
        </p:txBody>
      </p:sp>
      <p:pic>
        <p:nvPicPr>
          <p:cNvPr id="7" name="Picture 6">
            <a:extLst>
              <a:ext uri="{FF2B5EF4-FFF2-40B4-BE49-F238E27FC236}">
                <a16:creationId xmlns:a16="http://schemas.microsoft.com/office/drawing/2014/main" id="{77A3E0F6-A0B4-A248-C817-B253F172846C}"/>
              </a:ext>
            </a:extLst>
          </p:cNvPr>
          <p:cNvPicPr>
            <a:picLocks noChangeAspect="1"/>
          </p:cNvPicPr>
          <p:nvPr/>
        </p:nvPicPr>
        <p:blipFill>
          <a:blip r:embed="rId2"/>
          <a:stretch>
            <a:fillRect/>
          </a:stretch>
        </p:blipFill>
        <p:spPr>
          <a:xfrm>
            <a:off x="0" y="485236"/>
            <a:ext cx="9144000" cy="5143500"/>
          </a:xfrm>
          <a:prstGeom prst="rect">
            <a:avLst/>
          </a:prstGeom>
        </p:spPr>
      </p:pic>
    </p:spTree>
    <p:extLst>
      <p:ext uri="{BB962C8B-B14F-4D97-AF65-F5344CB8AC3E}">
        <p14:creationId xmlns:p14="http://schemas.microsoft.com/office/powerpoint/2010/main" val="621217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DA60D-8DCC-3A66-473E-967F4CEB56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6672D3-79F9-0EC7-FDFA-24289124BAD0}"/>
              </a:ext>
            </a:extLst>
          </p:cNvPr>
          <p:cNvPicPr>
            <a:picLocks noChangeAspect="1"/>
          </p:cNvPicPr>
          <p:nvPr/>
        </p:nvPicPr>
        <p:blipFill>
          <a:blip r:embed="rId2"/>
          <a:stretch>
            <a:fillRect/>
          </a:stretch>
        </p:blipFill>
        <p:spPr>
          <a:xfrm>
            <a:off x="4939200" y="1600193"/>
            <a:ext cx="4204800" cy="2764656"/>
          </a:xfrm>
          <a:prstGeom prst="rect">
            <a:avLst/>
          </a:prstGeom>
          <a:noFill/>
        </p:spPr>
      </p:pic>
      <p:sp>
        <p:nvSpPr>
          <p:cNvPr id="2" name="Title 1">
            <a:extLst>
              <a:ext uri="{FF2B5EF4-FFF2-40B4-BE49-F238E27FC236}">
                <a16:creationId xmlns:a16="http://schemas.microsoft.com/office/drawing/2014/main" id="{CEFD549D-2A64-9FD4-4BA4-4D14198998F6}"/>
              </a:ext>
            </a:extLst>
          </p:cNvPr>
          <p:cNvSpPr>
            <a:spLocks noGrp="1"/>
          </p:cNvSpPr>
          <p:nvPr>
            <p:ph type="title"/>
          </p:nvPr>
        </p:nvSpPr>
        <p:spPr>
          <a:xfrm>
            <a:off x="828686" y="270000"/>
            <a:ext cx="7500939" cy="421200"/>
          </a:xfrm>
        </p:spPr>
        <p:txBody>
          <a:bodyPr anchor="b">
            <a:normAutofit/>
          </a:bodyPr>
          <a:lstStyle/>
          <a:p>
            <a:r>
              <a:rPr lang="en-IE"/>
              <a:t>Trinity </a:t>
            </a:r>
            <a:r>
              <a:rPr lang="en-IE" err="1"/>
              <a:t>MyCareer</a:t>
            </a:r>
            <a:r>
              <a:rPr lang="en-IE"/>
              <a:t> Portal</a:t>
            </a:r>
          </a:p>
        </p:txBody>
      </p:sp>
      <p:sp>
        <p:nvSpPr>
          <p:cNvPr id="3" name="Text Placeholder 2">
            <a:extLst>
              <a:ext uri="{FF2B5EF4-FFF2-40B4-BE49-F238E27FC236}">
                <a16:creationId xmlns:a16="http://schemas.microsoft.com/office/drawing/2014/main" id="{111E5B60-2B7C-9753-A24F-1F192E0F63BE}"/>
              </a:ext>
            </a:extLst>
          </p:cNvPr>
          <p:cNvSpPr>
            <a:spLocks noGrp="1"/>
          </p:cNvSpPr>
          <p:nvPr>
            <p:ph type="body" sz="quarter" idx="10"/>
          </p:nvPr>
        </p:nvSpPr>
        <p:spPr>
          <a:xfrm>
            <a:off x="828683" y="1428750"/>
            <a:ext cx="3819525" cy="2990766"/>
          </a:xfrm>
        </p:spPr>
        <p:txBody>
          <a:bodyPr>
            <a:normAutofit/>
          </a:bodyPr>
          <a:lstStyle/>
          <a:p>
            <a:r>
              <a:rPr lang="en-IE"/>
              <a:t>Make sure your profile is </a:t>
            </a:r>
            <a:r>
              <a:rPr lang="en-IE" b="1"/>
              <a:t>activated </a:t>
            </a:r>
            <a:r>
              <a:rPr lang="en-IE"/>
              <a:t>and </a:t>
            </a:r>
            <a:r>
              <a:rPr lang="en-IE" b="1"/>
              <a:t>updated</a:t>
            </a:r>
          </a:p>
          <a:p>
            <a:pPr marL="0" indent="0">
              <a:buNone/>
            </a:pPr>
            <a:endParaRPr lang="en-IE" b="1"/>
          </a:p>
          <a:p>
            <a:r>
              <a:rPr lang="en-IE"/>
              <a:t>Login here:</a:t>
            </a:r>
            <a:r>
              <a:rPr lang="en-IE" b="1"/>
              <a:t> </a:t>
            </a:r>
            <a:r>
              <a:rPr lang="en-IE" b="1">
                <a:hlinkClick r:id="rId3"/>
              </a:rPr>
              <a:t>https://mycareerconnect.tcd.ie/unauth/student/login</a:t>
            </a:r>
            <a:r>
              <a:rPr lang="en-IE" b="1"/>
              <a:t> </a:t>
            </a:r>
          </a:p>
          <a:p>
            <a:endParaRPr lang="en-IE" b="1"/>
          </a:p>
          <a:p>
            <a:r>
              <a:rPr lang="en-IE"/>
              <a:t>Essential for booking the following:</a:t>
            </a:r>
          </a:p>
          <a:p>
            <a:pPr lvl="1"/>
            <a:r>
              <a:rPr lang="en-IE"/>
              <a:t>Speed Connect </a:t>
            </a:r>
          </a:p>
          <a:p>
            <a:pPr lvl="1"/>
            <a:r>
              <a:rPr lang="en-IE"/>
              <a:t>CV Clinics</a:t>
            </a:r>
          </a:p>
        </p:txBody>
      </p:sp>
      <p:sp>
        <p:nvSpPr>
          <p:cNvPr id="11" name="Text Placeholder 4">
            <a:extLst>
              <a:ext uri="{FF2B5EF4-FFF2-40B4-BE49-F238E27FC236}">
                <a16:creationId xmlns:a16="http://schemas.microsoft.com/office/drawing/2014/main" id="{A5CCDBEB-411B-EF2B-3F18-3F786B2A5D2E}"/>
              </a:ext>
            </a:extLst>
          </p:cNvPr>
          <p:cNvSpPr>
            <a:spLocks noGrp="1"/>
          </p:cNvSpPr>
          <p:nvPr>
            <p:ph type="body" sz="quarter" idx="11"/>
          </p:nvPr>
        </p:nvSpPr>
        <p:spPr>
          <a:xfrm>
            <a:off x="828675" y="685806"/>
            <a:ext cx="7500938" cy="207169"/>
          </a:xfrm>
        </p:spPr>
        <p:txBody>
          <a:bodyPr/>
          <a:lstStyle/>
          <a:p>
            <a:endParaRPr lang="en-US"/>
          </a:p>
        </p:txBody>
      </p:sp>
      <p:sp>
        <p:nvSpPr>
          <p:cNvPr id="5" name="Slide Number Placeholder 4">
            <a:extLst>
              <a:ext uri="{FF2B5EF4-FFF2-40B4-BE49-F238E27FC236}">
                <a16:creationId xmlns:a16="http://schemas.microsoft.com/office/drawing/2014/main" id="{50DE57FB-517D-0086-F27C-93E764D2F75F}"/>
              </a:ext>
            </a:extLst>
          </p:cNvPr>
          <p:cNvSpPr>
            <a:spLocks noGrp="1"/>
          </p:cNvSpPr>
          <p:nvPr>
            <p:ph type="sldNum" sz="quarter" idx="4"/>
          </p:nvPr>
        </p:nvSpPr>
        <p:spPr>
          <a:xfrm>
            <a:off x="8039513" y="4881249"/>
            <a:ext cx="290100" cy="191861"/>
          </a:xfrm>
        </p:spPr>
        <p:txBody>
          <a:bodyPr anchor="b">
            <a:normAutofit/>
          </a:bodyPr>
          <a:lstStyle/>
          <a:p>
            <a:pPr>
              <a:spcAft>
                <a:spcPts val="600"/>
              </a:spcAft>
            </a:pPr>
            <a:fld id="{DDBE135E-2566-4748-853C-8A3B78F0FB00}" type="slidenum">
              <a:rPr lang="en-GB" smtClean="0"/>
              <a:pPr>
                <a:spcAft>
                  <a:spcPts val="600"/>
                </a:spcAft>
              </a:pPr>
              <a:t>20</a:t>
            </a:fld>
            <a:endParaRPr lang="en-GB"/>
          </a:p>
        </p:txBody>
      </p:sp>
    </p:spTree>
    <p:extLst>
      <p:ext uri="{BB962C8B-B14F-4D97-AF65-F5344CB8AC3E}">
        <p14:creationId xmlns:p14="http://schemas.microsoft.com/office/powerpoint/2010/main" val="3696227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E05D84-365C-E774-02D8-5B638FA802ED}"/>
              </a:ext>
            </a:extLst>
          </p:cNvPr>
          <p:cNvPicPr>
            <a:picLocks noChangeAspect="1"/>
          </p:cNvPicPr>
          <p:nvPr/>
        </p:nvPicPr>
        <p:blipFill>
          <a:blip r:embed="rId3"/>
          <a:stretch>
            <a:fillRect/>
          </a:stretch>
        </p:blipFill>
        <p:spPr>
          <a:xfrm>
            <a:off x="1187449" y="1078712"/>
            <a:ext cx="6769101" cy="3807619"/>
          </a:xfrm>
          <a:prstGeom prst="rect">
            <a:avLst/>
          </a:prstGeom>
          <a:noFill/>
        </p:spPr>
      </p:pic>
      <p:sp>
        <p:nvSpPr>
          <p:cNvPr id="2" name="Title 1">
            <a:extLst>
              <a:ext uri="{FF2B5EF4-FFF2-40B4-BE49-F238E27FC236}">
                <a16:creationId xmlns:a16="http://schemas.microsoft.com/office/drawing/2014/main" id="{16293A3F-0AC6-BBE6-2B1A-4BF9E0DAB3F3}"/>
              </a:ext>
            </a:extLst>
          </p:cNvPr>
          <p:cNvSpPr>
            <a:spLocks noGrp="1"/>
          </p:cNvSpPr>
          <p:nvPr>
            <p:ph type="title"/>
          </p:nvPr>
        </p:nvSpPr>
        <p:spPr>
          <a:xfrm>
            <a:off x="828686" y="270000"/>
            <a:ext cx="7500939" cy="421200"/>
          </a:xfrm>
        </p:spPr>
        <p:txBody>
          <a:bodyPr anchor="b">
            <a:normAutofit/>
          </a:bodyPr>
          <a:lstStyle/>
          <a:p>
            <a:r>
              <a:rPr lang="en-IE" dirty="0"/>
              <a:t>Industry Partners</a:t>
            </a:r>
            <a:endParaRPr lang="en-US" dirty="0"/>
          </a:p>
        </p:txBody>
      </p:sp>
      <p:sp>
        <p:nvSpPr>
          <p:cNvPr id="21" name="Text Placeholder 3">
            <a:extLst>
              <a:ext uri="{FF2B5EF4-FFF2-40B4-BE49-F238E27FC236}">
                <a16:creationId xmlns:a16="http://schemas.microsoft.com/office/drawing/2014/main" id="{798AF4DA-706A-FEB5-E4F7-5D7F5747F952}"/>
              </a:ext>
            </a:extLst>
          </p:cNvPr>
          <p:cNvSpPr>
            <a:spLocks noGrp="1"/>
          </p:cNvSpPr>
          <p:nvPr>
            <p:ph type="body" sz="quarter" idx="11"/>
          </p:nvPr>
        </p:nvSpPr>
        <p:spPr>
          <a:xfrm>
            <a:off x="828675" y="685806"/>
            <a:ext cx="7500938" cy="207169"/>
          </a:xfrm>
        </p:spPr>
        <p:txBody>
          <a:bodyPr/>
          <a:lstStyle/>
          <a:p>
            <a:endParaRPr lang="en-US"/>
          </a:p>
        </p:txBody>
      </p:sp>
      <p:sp>
        <p:nvSpPr>
          <p:cNvPr id="6" name="Slide Number Placeholder 5">
            <a:extLst>
              <a:ext uri="{FF2B5EF4-FFF2-40B4-BE49-F238E27FC236}">
                <a16:creationId xmlns:a16="http://schemas.microsoft.com/office/drawing/2014/main" id="{8B9C8B01-7D98-3291-AF9C-6F8E7973B80D}"/>
              </a:ext>
            </a:extLst>
          </p:cNvPr>
          <p:cNvSpPr>
            <a:spLocks noGrp="1"/>
          </p:cNvSpPr>
          <p:nvPr>
            <p:ph type="sldNum" sz="quarter" idx="4"/>
          </p:nvPr>
        </p:nvSpPr>
        <p:spPr>
          <a:xfrm>
            <a:off x="8039513" y="4881249"/>
            <a:ext cx="290100" cy="191861"/>
          </a:xfrm>
        </p:spPr>
        <p:txBody>
          <a:bodyPr anchor="b">
            <a:normAutofit/>
          </a:bodyPr>
          <a:lstStyle/>
          <a:p>
            <a:pPr>
              <a:spcAft>
                <a:spcPts val="600"/>
              </a:spcAft>
            </a:pPr>
            <a:fld id="{DDBE135E-2566-4748-853C-8A3B78F0FB00}" type="slidenum">
              <a:rPr lang="en-GB" smtClean="0"/>
              <a:pPr>
                <a:spcAft>
                  <a:spcPts val="600"/>
                </a:spcAft>
              </a:pPr>
              <a:t>21</a:t>
            </a:fld>
            <a:endParaRPr lang="en-GB"/>
          </a:p>
        </p:txBody>
      </p:sp>
    </p:spTree>
    <p:extLst>
      <p:ext uri="{BB962C8B-B14F-4D97-AF65-F5344CB8AC3E}">
        <p14:creationId xmlns:p14="http://schemas.microsoft.com/office/powerpoint/2010/main" val="27523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93A3F-0AC6-BBE6-2B1A-4BF9E0DAB3F3}"/>
              </a:ext>
            </a:extLst>
          </p:cNvPr>
          <p:cNvSpPr>
            <a:spLocks noGrp="1"/>
          </p:cNvSpPr>
          <p:nvPr>
            <p:ph type="title"/>
          </p:nvPr>
        </p:nvSpPr>
        <p:spPr/>
        <p:txBody>
          <a:bodyPr/>
          <a:lstStyle/>
          <a:p>
            <a:r>
              <a:rPr lang="en-IE"/>
              <a:t>What our 2025 interns have to say:</a:t>
            </a:r>
          </a:p>
        </p:txBody>
      </p:sp>
      <p:sp>
        <p:nvSpPr>
          <p:cNvPr id="3" name="Text Placeholder 2">
            <a:extLst>
              <a:ext uri="{FF2B5EF4-FFF2-40B4-BE49-F238E27FC236}">
                <a16:creationId xmlns:a16="http://schemas.microsoft.com/office/drawing/2014/main" id="{7D24F436-E6E9-AA50-AADE-F8A3DAE856CA}"/>
              </a:ext>
            </a:extLst>
          </p:cNvPr>
          <p:cNvSpPr>
            <a:spLocks noGrp="1"/>
          </p:cNvSpPr>
          <p:nvPr>
            <p:ph type="body" sz="quarter" idx="10"/>
          </p:nvPr>
        </p:nvSpPr>
        <p:spPr/>
        <p:txBody>
          <a:bodyPr/>
          <a:lstStyle/>
          <a:p>
            <a:pPr marL="0" indent="0">
              <a:buNone/>
            </a:pPr>
            <a:endParaRPr lang="en-IE" sz="1100" b="1" i="0" u="none" strike="noStrike">
              <a:solidFill>
                <a:schemeClr val="tx2">
                  <a:lumMod val="50000"/>
                </a:schemeClr>
              </a:solidFill>
              <a:effectLst/>
              <a:latin typeface="Calibri" panose="020F0502020204030204" pitchFamily="34" charset="0"/>
            </a:endParaRPr>
          </a:p>
          <a:p>
            <a:pPr marL="0" indent="0">
              <a:buNone/>
            </a:pPr>
            <a:r>
              <a:rPr lang="en-IE" sz="1100" b="1" i="0" u="none" strike="noStrike">
                <a:solidFill>
                  <a:schemeClr val="tx2">
                    <a:lumMod val="50000"/>
                  </a:schemeClr>
                </a:solidFill>
                <a:effectLst/>
                <a:latin typeface="Calibri" panose="020F0502020204030204" pitchFamily="34" charset="0"/>
              </a:rPr>
              <a:t>1. Would you recommend your host company to another student?</a:t>
            </a:r>
          </a:p>
          <a:p>
            <a:pPr marL="0" indent="0">
              <a:buNone/>
            </a:pPr>
            <a:r>
              <a:rPr lang="en-IE" sz="8000" b="1" i="0" u="none" strike="noStrike">
                <a:solidFill>
                  <a:schemeClr val="tx2">
                    <a:lumMod val="50000"/>
                  </a:schemeClr>
                </a:solidFill>
                <a:effectLst/>
                <a:latin typeface="Calibri" panose="020F0502020204030204" pitchFamily="34" charset="0"/>
              </a:rPr>
              <a:t>100%</a:t>
            </a:r>
            <a:r>
              <a:rPr lang="en-IE" sz="8000">
                <a:solidFill>
                  <a:schemeClr val="tx2">
                    <a:lumMod val="50000"/>
                  </a:schemeClr>
                </a:solidFill>
              </a:rPr>
              <a:t> </a:t>
            </a:r>
            <a:r>
              <a:rPr lang="en-IE" sz="8000">
                <a:solidFill>
                  <a:schemeClr val="tx2">
                    <a:lumMod val="60000"/>
                    <a:lumOff val="40000"/>
                  </a:schemeClr>
                </a:solidFill>
              </a:rPr>
              <a:t>Yes</a:t>
            </a:r>
          </a:p>
        </p:txBody>
      </p:sp>
      <p:sp>
        <p:nvSpPr>
          <p:cNvPr id="6" name="Slide Number Placeholder 5">
            <a:extLst>
              <a:ext uri="{FF2B5EF4-FFF2-40B4-BE49-F238E27FC236}">
                <a16:creationId xmlns:a16="http://schemas.microsoft.com/office/drawing/2014/main" id="{8B9C8B01-7D98-3291-AF9C-6F8E7973B80D}"/>
              </a:ext>
            </a:extLst>
          </p:cNvPr>
          <p:cNvSpPr>
            <a:spLocks noGrp="1"/>
          </p:cNvSpPr>
          <p:nvPr>
            <p:ph type="sldNum" sz="quarter" idx="4"/>
          </p:nvPr>
        </p:nvSpPr>
        <p:spPr/>
        <p:txBody>
          <a:bodyPr/>
          <a:lstStyle/>
          <a:p>
            <a:fld id="{DDBE135E-2566-4748-853C-8A3B78F0FB00}" type="slidenum">
              <a:rPr lang="en-GB" smtClean="0"/>
              <a:pPr/>
              <a:t>22</a:t>
            </a:fld>
            <a:endParaRPr lang="en-GB"/>
          </a:p>
        </p:txBody>
      </p:sp>
    </p:spTree>
    <p:extLst>
      <p:ext uri="{BB962C8B-B14F-4D97-AF65-F5344CB8AC3E}">
        <p14:creationId xmlns:p14="http://schemas.microsoft.com/office/powerpoint/2010/main" val="3181430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GB"/>
              <a:t>Practicalities</a:t>
            </a:r>
          </a:p>
        </p:txBody>
      </p:sp>
      <p:sp>
        <p:nvSpPr>
          <p:cNvPr id="17" name="Text Placeholder 16"/>
          <p:cNvSpPr>
            <a:spLocks noGrp="1"/>
          </p:cNvSpPr>
          <p:nvPr>
            <p:ph type="body" sz="quarter" idx="10"/>
          </p:nvPr>
        </p:nvSpPr>
        <p:spPr>
          <a:xfrm>
            <a:off x="828676" y="1410807"/>
            <a:ext cx="3933824" cy="2241538"/>
          </a:xfrm>
        </p:spPr>
        <p:txBody>
          <a:bodyPr vert="horz" lIns="0" tIns="0" rIns="0" bIns="0" rtlCol="0" anchor="t">
            <a:noAutofit/>
          </a:bodyPr>
          <a:lstStyle/>
          <a:p>
            <a:pPr marL="0" indent="0">
              <a:buNone/>
            </a:pPr>
            <a:r>
              <a:rPr lang="en-GB" b="1">
                <a:cs typeface="Calibri"/>
              </a:rPr>
              <a:t>Blackboard</a:t>
            </a:r>
          </a:p>
          <a:p>
            <a:r>
              <a:rPr lang="en-GB"/>
              <a:t>Updates will be made via Announcements on Blackboard</a:t>
            </a:r>
          </a:p>
          <a:p>
            <a:r>
              <a:rPr lang="en-GB">
                <a:cs typeface="Calibri"/>
              </a:rPr>
              <a:t>Roles will be added regularly to the Internship Application Information page</a:t>
            </a:r>
          </a:p>
          <a:p>
            <a:pPr marL="0" indent="0">
              <a:buNone/>
            </a:pPr>
            <a:endParaRPr lang="en-US">
              <a:cs typeface="Calibri"/>
            </a:endParaRPr>
          </a:p>
        </p:txBody>
      </p:sp>
      <p:sp>
        <p:nvSpPr>
          <p:cNvPr id="3" name="Text Placeholder 2"/>
          <p:cNvSpPr>
            <a:spLocks noGrp="1"/>
          </p:cNvSpPr>
          <p:nvPr>
            <p:ph type="body" sz="quarter" idx="11"/>
          </p:nvPr>
        </p:nvSpPr>
        <p:spPr/>
        <p:txBody>
          <a:bodyPr vert="horz" lIns="0" tIns="0" rIns="0" bIns="0" rtlCol="0" anchor="t">
            <a:noAutofit/>
          </a:bodyPr>
          <a:lstStyle/>
          <a:p>
            <a:r>
              <a:rPr lang="en-GB"/>
              <a:t>Communication</a:t>
            </a:r>
          </a:p>
        </p:txBody>
      </p:sp>
      <p:sp>
        <p:nvSpPr>
          <p:cNvPr id="2" name="Text Placeholder 1"/>
          <p:cNvSpPr>
            <a:spLocks noGrp="1"/>
          </p:cNvSpPr>
          <p:nvPr>
            <p:ph type="body" sz="quarter" idx="12"/>
          </p:nvPr>
        </p:nvSpPr>
        <p:spPr>
          <a:xfrm>
            <a:off x="4914901" y="1410807"/>
            <a:ext cx="3934800" cy="2089792"/>
          </a:xfrm>
        </p:spPr>
        <p:txBody>
          <a:bodyPr vert="horz" lIns="0" tIns="0" rIns="0" bIns="0" rtlCol="0" anchor="t">
            <a:noAutofit/>
          </a:bodyPr>
          <a:lstStyle/>
          <a:p>
            <a:pPr marL="0" indent="0">
              <a:buNone/>
            </a:pPr>
            <a:r>
              <a:rPr lang="en-GB" b="1">
                <a:cs typeface="Calibri"/>
              </a:rPr>
              <a:t>Emails</a:t>
            </a:r>
          </a:p>
          <a:p>
            <a:r>
              <a:rPr lang="en-GB"/>
              <a:t>Make sure you are checking your emails regularly, especially whatever account you have used for university applications</a:t>
            </a:r>
          </a:p>
          <a:p>
            <a:r>
              <a:rPr lang="en-GB">
                <a:cs typeface="Calibri"/>
              </a:rPr>
              <a:t>Remember to be professional in all communications with potential employers</a:t>
            </a:r>
          </a:p>
        </p:txBody>
      </p:sp>
      <p:sp>
        <p:nvSpPr>
          <p:cNvPr id="4" name="Slide Number Placeholder 3">
            <a:extLst>
              <a:ext uri="{FF2B5EF4-FFF2-40B4-BE49-F238E27FC236}">
                <a16:creationId xmlns:a16="http://schemas.microsoft.com/office/drawing/2014/main" id="{BA240437-8D18-A943-80DC-4F1123AE6242}"/>
              </a:ext>
            </a:extLst>
          </p:cNvPr>
          <p:cNvSpPr>
            <a:spLocks noGrp="1"/>
          </p:cNvSpPr>
          <p:nvPr>
            <p:ph type="sldNum" sz="quarter" idx="4"/>
          </p:nvPr>
        </p:nvSpPr>
        <p:spPr/>
        <p:txBody>
          <a:bodyPr/>
          <a:lstStyle/>
          <a:p>
            <a:fld id="{DDBE135E-2566-4748-853C-8A3B78F0FB00}" type="slidenum">
              <a:rPr lang="en-GB" smtClean="0"/>
              <a:pPr/>
              <a:t>23</a:t>
            </a:fld>
            <a:endParaRPr lang="en-GB"/>
          </a:p>
        </p:txBody>
      </p:sp>
      <p:sp>
        <p:nvSpPr>
          <p:cNvPr id="6" name="Text Placeholder 1">
            <a:extLst>
              <a:ext uri="{FF2B5EF4-FFF2-40B4-BE49-F238E27FC236}">
                <a16:creationId xmlns:a16="http://schemas.microsoft.com/office/drawing/2014/main" id="{72463062-D6A5-D42B-7693-E4E652F879AE}"/>
              </a:ext>
            </a:extLst>
          </p:cNvPr>
          <p:cNvSpPr txBox="1">
            <a:spLocks/>
          </p:cNvSpPr>
          <p:nvPr/>
        </p:nvSpPr>
        <p:spPr>
          <a:xfrm>
            <a:off x="1589604" y="3530355"/>
            <a:ext cx="6345792" cy="637795"/>
          </a:xfrm>
          <a:prstGeom prst="rect">
            <a:avLst/>
          </a:prstGeom>
        </p:spPr>
        <p:txBody>
          <a:bodyPr vert="horz" lIns="0" tIns="0" rIns="0" bIns="0" rtlCol="0" anchor="t">
            <a:noAutofit/>
          </a:bodyPr>
          <a:lstStyle>
            <a:lvl1pPr marL="276225" indent="-276225" algn="l" defTabSz="914400" rtl="0" eaLnBrk="1" latinLnBrk="0" hangingPunct="1">
              <a:spcBef>
                <a:spcPts val="900"/>
              </a:spcBef>
              <a:buClr>
                <a:schemeClr val="tx2"/>
              </a:buClr>
              <a:buFont typeface="Arial" panose="020B0604020202020204" pitchFamily="34" charset="0"/>
              <a:buChar char="‒"/>
              <a:defRPr sz="1600" b="0" kern="1200">
                <a:solidFill>
                  <a:schemeClr val="tx1"/>
                </a:solidFill>
                <a:latin typeface="+mn-lt"/>
                <a:ea typeface="+mn-ea"/>
                <a:cs typeface="+mn-cs"/>
              </a:defRPr>
            </a:lvl1pPr>
            <a:lvl2pPr marL="625475" indent="-233363" algn="l" defTabSz="914400" rtl="0" eaLnBrk="1" latinLnBrk="0" hangingPunct="1">
              <a:spcBef>
                <a:spcPts val="1134"/>
              </a:spcBef>
              <a:buClr>
                <a:schemeClr val="tx2"/>
              </a:buClr>
              <a:buFont typeface="Arial" panose="020B0604020202020204" pitchFamily="34" charset="0"/>
              <a:buChar char="•"/>
              <a:defRPr sz="1600" kern="1200">
                <a:solidFill>
                  <a:schemeClr val="tx1"/>
                </a:solidFill>
                <a:latin typeface="+mn-lt"/>
                <a:ea typeface="+mn-ea"/>
                <a:cs typeface="+mn-cs"/>
              </a:defRPr>
            </a:lvl2pPr>
            <a:lvl3pPr marL="912813" indent="-222250" algn="l" defTabSz="914400" rtl="0" eaLnBrk="1" latinLnBrk="0" hangingPunct="1">
              <a:spcBef>
                <a:spcPts val="1134"/>
              </a:spcBef>
              <a:buClr>
                <a:schemeClr val="tx2"/>
              </a:buClr>
              <a:buFont typeface="Arial" pitchFamily="34" charset="0"/>
              <a:buChar char="•"/>
              <a:defRPr sz="1600" kern="1200">
                <a:solidFill>
                  <a:schemeClr val="tx1"/>
                </a:solidFill>
                <a:latin typeface="+mn-lt"/>
                <a:ea typeface="+mn-ea"/>
                <a:cs typeface="+mn-cs"/>
              </a:defRPr>
            </a:lvl3pPr>
            <a:lvl4pPr marL="1128713" indent="-190500" algn="l" defTabSz="914400" rtl="0" eaLnBrk="1" latinLnBrk="0" hangingPunct="1">
              <a:spcBef>
                <a:spcPts val="1134"/>
              </a:spcBef>
              <a:buClr>
                <a:schemeClr val="tx2"/>
              </a:buClr>
              <a:buFont typeface="Minion Pro" pitchFamily="18" charset="0"/>
              <a:buChar char="‒"/>
              <a:defRPr sz="1600" kern="1200">
                <a:solidFill>
                  <a:schemeClr val="tx1"/>
                </a:solidFill>
                <a:latin typeface="+mn-lt"/>
                <a:ea typeface="+mn-ea"/>
                <a:cs typeface="+mn-cs"/>
              </a:defRPr>
            </a:lvl4pPr>
            <a:lvl5pPr marL="1439863" indent="-185738" algn="l" defTabSz="914400" rtl="0" eaLnBrk="1" latinLnBrk="0" hangingPunct="1">
              <a:spcBef>
                <a:spcPts val="1134"/>
              </a:spcBef>
              <a:buClr>
                <a:schemeClr val="tx2"/>
              </a:buClr>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a:cs typeface="Calibri"/>
              </a:rPr>
              <a:t>Be prepared to answer </a:t>
            </a:r>
            <a:r>
              <a:rPr lang="en-GB" b="1">
                <a:cs typeface="Calibri"/>
              </a:rPr>
              <a:t>phone calls</a:t>
            </a:r>
            <a:r>
              <a:rPr lang="en-GB">
                <a:cs typeface="Calibri"/>
              </a:rPr>
              <a:t>! </a:t>
            </a:r>
          </a:p>
          <a:p>
            <a:pPr marL="0" indent="0">
              <a:buNone/>
            </a:pPr>
            <a:r>
              <a:rPr lang="en-GB">
                <a:cs typeface="Calibri"/>
              </a:rPr>
              <a:t>Invitations to attend interview or job offers may be made by phone. </a:t>
            </a:r>
          </a:p>
        </p:txBody>
      </p:sp>
      <p:pic>
        <p:nvPicPr>
          <p:cNvPr id="7" name="Graphic 6" descr="Speaker phone with solid fill">
            <a:extLst>
              <a:ext uri="{FF2B5EF4-FFF2-40B4-BE49-F238E27FC236}">
                <a16:creationId xmlns:a16="http://schemas.microsoft.com/office/drawing/2014/main" id="{ADDC7D5A-1C98-EDEF-5FB7-B68F047E68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9408" y="3500599"/>
            <a:ext cx="637795" cy="637795"/>
          </a:xfrm>
          <a:prstGeom prst="rect">
            <a:avLst/>
          </a:prstGeom>
        </p:spPr>
      </p:pic>
      <p:pic>
        <p:nvPicPr>
          <p:cNvPr id="9" name="Graphic 8" descr="Email with solid fill">
            <a:extLst>
              <a:ext uri="{FF2B5EF4-FFF2-40B4-BE49-F238E27FC236}">
                <a16:creationId xmlns:a16="http://schemas.microsoft.com/office/drawing/2014/main" id="{2709B1D3-5CD8-5C69-4090-B79F5517C2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84563" y="1093379"/>
            <a:ext cx="575343" cy="575343"/>
          </a:xfrm>
          <a:prstGeom prst="rect">
            <a:avLst/>
          </a:prstGeom>
        </p:spPr>
      </p:pic>
    </p:spTree>
    <p:extLst>
      <p:ext uri="{BB962C8B-B14F-4D97-AF65-F5344CB8AC3E}">
        <p14:creationId xmlns:p14="http://schemas.microsoft.com/office/powerpoint/2010/main" val="2321442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GB" dirty="0"/>
              <a:t>Available Additional Support – Disability Service</a:t>
            </a:r>
          </a:p>
        </p:txBody>
      </p:sp>
      <p:sp>
        <p:nvSpPr>
          <p:cNvPr id="4" name="Slide Number Placeholder 3">
            <a:extLst>
              <a:ext uri="{FF2B5EF4-FFF2-40B4-BE49-F238E27FC236}">
                <a16:creationId xmlns:a16="http://schemas.microsoft.com/office/drawing/2014/main" id="{BA240437-8D18-A943-80DC-4F1123AE6242}"/>
              </a:ext>
            </a:extLst>
          </p:cNvPr>
          <p:cNvSpPr>
            <a:spLocks noGrp="1"/>
          </p:cNvSpPr>
          <p:nvPr>
            <p:ph type="sldNum" sz="quarter" idx="4"/>
          </p:nvPr>
        </p:nvSpPr>
        <p:spPr/>
        <p:txBody>
          <a:bodyPr/>
          <a:lstStyle/>
          <a:p>
            <a:fld id="{DDBE135E-2566-4748-853C-8A3B78F0FB00}" type="slidenum">
              <a:rPr lang="en-GB" smtClean="0"/>
              <a:pPr/>
              <a:t>24</a:t>
            </a:fld>
            <a:endParaRPr lang="en-GB"/>
          </a:p>
        </p:txBody>
      </p:sp>
      <p:sp>
        <p:nvSpPr>
          <p:cNvPr id="2" name="TextBox 8">
            <a:extLst>
              <a:ext uri="{FF2B5EF4-FFF2-40B4-BE49-F238E27FC236}">
                <a16:creationId xmlns:a16="http://schemas.microsoft.com/office/drawing/2014/main" id="{788EC017-DB5F-205F-495F-A43ABD781B91}"/>
              </a:ext>
            </a:extLst>
          </p:cNvPr>
          <p:cNvSpPr txBox="1"/>
          <p:nvPr/>
        </p:nvSpPr>
        <p:spPr>
          <a:xfrm>
            <a:off x="665175" y="1178165"/>
            <a:ext cx="7690197" cy="872034"/>
          </a:xfrm>
          <a:prstGeom prst="rect">
            <a:avLst/>
          </a:prstGeom>
        </p:spPr>
        <p:txBody>
          <a:bodyPr wrap="square" lIns="0" tIns="0" rIns="0" bIns="0" rtlCol="0" anchor="t">
            <a:spAutoFit/>
          </a:bodyPr>
          <a:lstStyle/>
          <a:p>
            <a:pPr>
              <a:lnSpc>
                <a:spcPts val="2281"/>
              </a:lnSpc>
            </a:pPr>
            <a:r>
              <a:rPr lang="en-US" sz="1839">
                <a:solidFill>
                  <a:srgbClr val="000000"/>
                </a:solidFill>
                <a:latin typeface="Open Sans"/>
                <a:ea typeface="Open Sans"/>
                <a:cs typeface="Open Sans"/>
                <a:sym typeface="Open Sans"/>
              </a:rPr>
              <a:t>1. If you are registered with </a:t>
            </a:r>
            <a:r>
              <a:rPr lang="en-US" sz="1839" b="1">
                <a:solidFill>
                  <a:srgbClr val="000000"/>
                </a:solidFill>
                <a:latin typeface="Open Sans"/>
                <a:ea typeface="Open Sans"/>
                <a:cs typeface="Open Sans"/>
                <a:sym typeface="Open Sans"/>
              </a:rPr>
              <a:t>the Disability Service</a:t>
            </a:r>
            <a:r>
              <a:rPr lang="en-US" sz="1839">
                <a:solidFill>
                  <a:srgbClr val="000000"/>
                </a:solidFill>
                <a:latin typeface="Open Sans"/>
                <a:ea typeface="Open Sans"/>
                <a:cs typeface="Open Sans"/>
                <a:sym typeface="Open Sans"/>
              </a:rPr>
              <a:t>, they  can support you in identifying any reasonable accommodations that you may need in the workplace. </a:t>
            </a:r>
          </a:p>
        </p:txBody>
      </p:sp>
      <p:sp>
        <p:nvSpPr>
          <p:cNvPr id="3" name="TextBox 9">
            <a:extLst>
              <a:ext uri="{FF2B5EF4-FFF2-40B4-BE49-F238E27FC236}">
                <a16:creationId xmlns:a16="http://schemas.microsoft.com/office/drawing/2014/main" id="{EF3BF9E3-1139-C5DD-AF46-149BF400D828}"/>
              </a:ext>
            </a:extLst>
          </p:cNvPr>
          <p:cNvSpPr txBox="1"/>
          <p:nvPr/>
        </p:nvSpPr>
        <p:spPr>
          <a:xfrm>
            <a:off x="1007041" y="2242212"/>
            <a:ext cx="7348331" cy="1961755"/>
          </a:xfrm>
          <a:prstGeom prst="rect">
            <a:avLst/>
          </a:prstGeom>
        </p:spPr>
        <p:txBody>
          <a:bodyPr lIns="0" tIns="0" rIns="0" bIns="0" rtlCol="0" anchor="t">
            <a:spAutoFit/>
          </a:bodyPr>
          <a:lstStyle/>
          <a:p>
            <a:pPr algn="ctr">
              <a:lnSpc>
                <a:spcPts val="2150"/>
              </a:lnSpc>
            </a:pPr>
            <a:r>
              <a:rPr lang="en-US" sz="1700" b="1" dirty="0">
                <a:solidFill>
                  <a:srgbClr val="000000"/>
                </a:solidFill>
                <a:latin typeface="Open Sans Bold"/>
                <a:ea typeface="Open Sans Bold"/>
                <a:cs typeface="Open Sans Bold"/>
                <a:sym typeface="Open Sans Bold"/>
              </a:rPr>
              <a:t>Steps for applying for a Needs Assessment: </a:t>
            </a:r>
          </a:p>
          <a:p>
            <a:pPr algn="ctr">
              <a:lnSpc>
                <a:spcPts val="2150"/>
              </a:lnSpc>
            </a:pPr>
            <a:endParaRPr lang="en-US" sz="1734" b="1">
              <a:solidFill>
                <a:srgbClr val="000000"/>
              </a:solidFill>
              <a:latin typeface="Open Sans Bold"/>
              <a:ea typeface="Open Sans Bold"/>
              <a:cs typeface="Open Sans Bold"/>
              <a:sym typeface="Open Sans Bold"/>
            </a:endParaRPr>
          </a:p>
          <a:p>
            <a:pPr marL="530225" lvl="1" indent="-342900">
              <a:lnSpc>
                <a:spcPts val="2150"/>
              </a:lnSpc>
              <a:buAutoNum type="alphaLcParenR"/>
            </a:pPr>
            <a:r>
              <a:rPr lang="en-US" sz="1700" dirty="0">
                <a:solidFill>
                  <a:srgbClr val="000000"/>
                </a:solidFill>
                <a:latin typeface="Open Sans"/>
                <a:ea typeface="Open Sans"/>
                <a:cs typeface="Open Sans"/>
                <a:sym typeface="Open Sans"/>
              </a:rPr>
              <a:t> Register with the Disability Service</a:t>
            </a:r>
            <a:endParaRPr lang="en-US" sz="1700" dirty="0">
              <a:solidFill>
                <a:srgbClr val="000000"/>
              </a:solidFill>
              <a:latin typeface="Open Sans"/>
              <a:ea typeface="Open Sans"/>
              <a:cs typeface="Open Sans"/>
            </a:endParaRPr>
          </a:p>
          <a:p>
            <a:pPr marL="530225" lvl="1" indent="-342900">
              <a:lnSpc>
                <a:spcPts val="2150"/>
              </a:lnSpc>
              <a:buAutoNum type="alphaLcParenR"/>
            </a:pPr>
            <a:r>
              <a:rPr lang="en-US" sz="1700" dirty="0">
                <a:solidFill>
                  <a:srgbClr val="000000"/>
                </a:solidFill>
                <a:latin typeface="Open Sans"/>
                <a:ea typeface="Open Sans"/>
                <a:cs typeface="Open Sans"/>
                <a:sym typeface="Open Sans"/>
              </a:rPr>
              <a:t> You will be invited for a needs assessment</a:t>
            </a:r>
            <a:endParaRPr lang="en-US" sz="1700" dirty="0">
              <a:solidFill>
                <a:srgbClr val="000000"/>
              </a:solidFill>
              <a:latin typeface="Open Sans"/>
              <a:ea typeface="Open Sans"/>
              <a:cs typeface="Open Sans"/>
            </a:endParaRPr>
          </a:p>
          <a:p>
            <a:pPr marL="530225" lvl="1" indent="-342900">
              <a:lnSpc>
                <a:spcPts val="2150"/>
              </a:lnSpc>
              <a:buAutoNum type="alphaLcParenR"/>
            </a:pPr>
            <a:r>
              <a:rPr lang="en-US" sz="1700" dirty="0">
                <a:solidFill>
                  <a:srgbClr val="000000"/>
                </a:solidFill>
                <a:latin typeface="Open Sans"/>
                <a:ea typeface="Open Sans"/>
                <a:cs typeface="Open Sans"/>
                <a:sym typeface="Open Sans"/>
              </a:rPr>
              <a:t> If you are already registered with the DS, please email </a:t>
            </a:r>
            <a:r>
              <a:rPr lang="en-US" sz="1700" dirty="0">
                <a:solidFill>
                  <a:srgbClr val="000000"/>
                </a:solidFill>
                <a:latin typeface="Open Sans"/>
                <a:ea typeface="Open Sans"/>
                <a:cs typeface="Open Sans"/>
                <a:sym typeface="Open Sans"/>
                <a:hlinkClick r:id="rId2"/>
              </a:rPr>
              <a:t>askds@tcd.ie</a:t>
            </a:r>
            <a:r>
              <a:rPr lang="en-US" sz="1700" dirty="0">
                <a:solidFill>
                  <a:srgbClr val="000000"/>
                </a:solidFill>
                <a:latin typeface="Open Sans"/>
                <a:ea typeface="Open Sans"/>
                <a:cs typeface="Open Sans"/>
                <a:sym typeface="Open Sans"/>
              </a:rPr>
              <a:t>  and you will receive an internship specific needs assessment. In your email.</a:t>
            </a:r>
            <a:endParaRPr lang="en-US" sz="1700" dirty="0">
              <a:solidFill>
                <a:srgbClr val="000000"/>
              </a:solidFill>
              <a:latin typeface="Open Sans"/>
              <a:ea typeface="Open Sans"/>
              <a:cs typeface="Open Sans"/>
            </a:endParaRPr>
          </a:p>
        </p:txBody>
      </p:sp>
      <p:pic>
        <p:nvPicPr>
          <p:cNvPr id="8" name="Graphic 7" descr="Care outline">
            <a:extLst>
              <a:ext uri="{FF2B5EF4-FFF2-40B4-BE49-F238E27FC236}">
                <a16:creationId xmlns:a16="http://schemas.microsoft.com/office/drawing/2014/main" id="{820FD979-640B-294E-B19C-F01BA55D68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14527" y="113403"/>
            <a:ext cx="781847" cy="781847"/>
          </a:xfrm>
          <a:prstGeom prst="rect">
            <a:avLst/>
          </a:prstGeom>
        </p:spPr>
      </p:pic>
    </p:spTree>
    <p:extLst>
      <p:ext uri="{BB962C8B-B14F-4D97-AF65-F5344CB8AC3E}">
        <p14:creationId xmlns:p14="http://schemas.microsoft.com/office/powerpoint/2010/main" val="555057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62854-E8C3-3E24-A9A8-AC1CEDBEC68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D5E143FE-8CB5-BBE7-B227-0A724D3CFEAE}"/>
              </a:ext>
            </a:extLst>
          </p:cNvPr>
          <p:cNvSpPr>
            <a:spLocks noGrp="1"/>
          </p:cNvSpPr>
          <p:nvPr>
            <p:ph type="title"/>
          </p:nvPr>
        </p:nvSpPr>
        <p:spPr/>
        <p:txBody>
          <a:bodyPr/>
          <a:lstStyle/>
          <a:p>
            <a:r>
              <a:rPr lang="en-GB" dirty="0"/>
              <a:t>Available Additional Support - TAP</a:t>
            </a:r>
          </a:p>
        </p:txBody>
      </p:sp>
      <p:sp>
        <p:nvSpPr>
          <p:cNvPr id="4" name="Slide Number Placeholder 3">
            <a:extLst>
              <a:ext uri="{FF2B5EF4-FFF2-40B4-BE49-F238E27FC236}">
                <a16:creationId xmlns:a16="http://schemas.microsoft.com/office/drawing/2014/main" id="{2D0A1B44-13E1-3262-33C3-CA75DB2BC6A3}"/>
              </a:ext>
            </a:extLst>
          </p:cNvPr>
          <p:cNvSpPr>
            <a:spLocks noGrp="1"/>
          </p:cNvSpPr>
          <p:nvPr>
            <p:ph type="sldNum" sz="quarter" idx="4"/>
          </p:nvPr>
        </p:nvSpPr>
        <p:spPr/>
        <p:txBody>
          <a:bodyPr/>
          <a:lstStyle/>
          <a:p>
            <a:fld id="{DDBE135E-2566-4748-853C-8A3B78F0FB00}" type="slidenum">
              <a:rPr lang="en-GB" smtClean="0"/>
              <a:pPr/>
              <a:t>25</a:t>
            </a:fld>
            <a:endParaRPr lang="en-GB"/>
          </a:p>
        </p:txBody>
      </p:sp>
      <p:sp>
        <p:nvSpPr>
          <p:cNvPr id="2" name="TextBox 8">
            <a:extLst>
              <a:ext uri="{FF2B5EF4-FFF2-40B4-BE49-F238E27FC236}">
                <a16:creationId xmlns:a16="http://schemas.microsoft.com/office/drawing/2014/main" id="{A38518B2-B764-88CE-FDE2-9D20D47FC298}"/>
              </a:ext>
            </a:extLst>
          </p:cNvPr>
          <p:cNvSpPr txBox="1"/>
          <p:nvPr/>
        </p:nvSpPr>
        <p:spPr>
          <a:xfrm>
            <a:off x="622088" y="977470"/>
            <a:ext cx="8252853" cy="4116512"/>
          </a:xfrm>
          <a:prstGeom prst="rect">
            <a:avLst/>
          </a:prstGeom>
        </p:spPr>
        <p:txBody>
          <a:bodyPr wrap="square" lIns="0" tIns="0" rIns="0" bIns="0" rtlCol="0" anchor="t">
            <a:spAutoFit/>
          </a:bodyPr>
          <a:lstStyle/>
          <a:p>
            <a:pPr>
              <a:lnSpc>
                <a:spcPts val="2281"/>
              </a:lnSpc>
            </a:pPr>
            <a:endParaRPr lang="en-US" sz="1839" dirty="0">
              <a:solidFill>
                <a:srgbClr val="000000"/>
              </a:solidFill>
              <a:latin typeface="Open Sans"/>
              <a:ea typeface="Open Sans"/>
              <a:cs typeface="Open Sans"/>
              <a:sym typeface="Open Sans"/>
            </a:endParaRPr>
          </a:p>
          <a:p>
            <a:pPr>
              <a:lnSpc>
                <a:spcPts val="2281"/>
              </a:lnSpc>
            </a:pPr>
            <a:r>
              <a:rPr lang="en-US" sz="1839" dirty="0">
                <a:solidFill>
                  <a:srgbClr val="000000"/>
                </a:solidFill>
                <a:latin typeface="Open Sans"/>
                <a:ea typeface="Open Sans"/>
                <a:cs typeface="Open Sans"/>
                <a:sym typeface="Open Sans"/>
              </a:rPr>
              <a:t>2. If you accessed this programme via </a:t>
            </a:r>
            <a:r>
              <a:rPr lang="en-US" sz="1839" b="1" dirty="0">
                <a:solidFill>
                  <a:srgbClr val="000000"/>
                </a:solidFill>
                <a:latin typeface="Open Sans"/>
                <a:ea typeface="Open Sans"/>
                <a:cs typeface="Open Sans"/>
                <a:sym typeface="Open Sans"/>
              </a:rPr>
              <a:t>Trinity Access Programme</a:t>
            </a:r>
            <a:r>
              <a:rPr lang="en-US" sz="1839" dirty="0">
                <a:solidFill>
                  <a:srgbClr val="000000"/>
                </a:solidFill>
                <a:latin typeface="Open Sans"/>
                <a:ea typeface="Open Sans"/>
                <a:cs typeface="Open Sans"/>
                <a:sym typeface="Open Sans"/>
              </a:rPr>
              <a:t>, you </a:t>
            </a:r>
            <a:r>
              <a:rPr lang="en-IE" sz="1839" dirty="0">
                <a:solidFill>
                  <a:srgbClr val="000000"/>
                </a:solidFill>
                <a:latin typeface="Open Sans"/>
                <a:ea typeface="Open Sans"/>
                <a:cs typeface="Open Sans"/>
                <a:sym typeface="Open Sans"/>
              </a:rPr>
              <a:t>can access additional support with the application process through this service. </a:t>
            </a:r>
          </a:p>
          <a:p>
            <a:pPr>
              <a:lnSpc>
                <a:spcPts val="2281"/>
              </a:lnSpc>
            </a:pPr>
            <a:endParaRPr lang="en-IE" sz="1839" dirty="0">
              <a:solidFill>
                <a:srgbClr val="000000"/>
              </a:solidFill>
              <a:latin typeface="Open Sans"/>
              <a:ea typeface="Open Sans"/>
              <a:cs typeface="Open Sans"/>
              <a:sym typeface="Open Sans"/>
            </a:endParaRPr>
          </a:p>
          <a:p>
            <a:pPr>
              <a:lnSpc>
                <a:spcPts val="2281"/>
              </a:lnSpc>
            </a:pPr>
            <a:r>
              <a:rPr lang="en-IE" sz="1839" dirty="0">
                <a:solidFill>
                  <a:srgbClr val="000000"/>
                </a:solidFill>
                <a:latin typeface="Open Sans"/>
                <a:ea typeface="Open Sans"/>
                <a:cs typeface="Open Sans"/>
                <a:sym typeface="Open Sans"/>
              </a:rPr>
              <a:t>To find out more, you can contact the TAP team at </a:t>
            </a:r>
            <a:r>
              <a:rPr lang="en-IE" sz="1839" dirty="0">
                <a:solidFill>
                  <a:srgbClr val="000000"/>
                </a:solidFill>
                <a:latin typeface="Open Sans"/>
                <a:ea typeface="Open Sans"/>
                <a:cs typeface="Open Sans"/>
                <a:sym typeface="Open Sans"/>
                <a:hlinkClick r:id="rId2"/>
              </a:rPr>
              <a:t>tapundergraduates@tcd.ie</a:t>
            </a:r>
            <a:r>
              <a:rPr lang="en-IE" sz="1839" dirty="0">
                <a:solidFill>
                  <a:srgbClr val="000000"/>
                </a:solidFill>
                <a:latin typeface="Open Sans"/>
                <a:ea typeface="Open Sans"/>
                <a:cs typeface="Open Sans"/>
                <a:sym typeface="Open Sans"/>
              </a:rPr>
              <a:t>   </a:t>
            </a:r>
          </a:p>
          <a:p>
            <a:pPr>
              <a:lnSpc>
                <a:spcPts val="2281"/>
              </a:lnSpc>
            </a:pPr>
            <a:endParaRPr lang="en-IE" sz="1839" dirty="0">
              <a:solidFill>
                <a:srgbClr val="000000"/>
              </a:solidFill>
              <a:latin typeface="Open Sans"/>
              <a:ea typeface="Open Sans"/>
              <a:cs typeface="Open Sans"/>
              <a:sym typeface="Open Sans"/>
            </a:endParaRPr>
          </a:p>
          <a:p>
            <a:pPr>
              <a:lnSpc>
                <a:spcPts val="2281"/>
              </a:lnSpc>
            </a:pPr>
            <a:r>
              <a:rPr lang="en-IE" sz="1839" dirty="0">
                <a:solidFill>
                  <a:srgbClr val="000000"/>
                </a:solidFill>
                <a:latin typeface="Open Sans"/>
                <a:ea typeface="Open Sans"/>
                <a:cs typeface="Open Sans"/>
                <a:sym typeface="Open Sans"/>
              </a:rPr>
              <a:t>3. If </a:t>
            </a:r>
            <a:r>
              <a:rPr lang="en-IE" sz="1839" b="1" dirty="0">
                <a:solidFill>
                  <a:srgbClr val="000000"/>
                </a:solidFill>
                <a:latin typeface="Open Sans"/>
                <a:ea typeface="Open Sans"/>
                <a:cs typeface="Open Sans"/>
                <a:sym typeface="Open Sans"/>
              </a:rPr>
              <a:t>English</a:t>
            </a:r>
            <a:r>
              <a:rPr lang="en-IE" sz="1839" dirty="0">
                <a:solidFill>
                  <a:srgbClr val="000000"/>
                </a:solidFill>
                <a:latin typeface="Open Sans"/>
                <a:ea typeface="Open Sans"/>
                <a:cs typeface="Open Sans"/>
                <a:sym typeface="Open Sans"/>
              </a:rPr>
              <a:t> is not your first language and you need to improve your fluency, you can access In-Sessional Fluency classes</a:t>
            </a:r>
          </a:p>
          <a:p>
            <a:pPr>
              <a:lnSpc>
                <a:spcPts val="2281"/>
              </a:lnSpc>
            </a:pPr>
            <a:endParaRPr lang="en-IE" sz="1839" dirty="0">
              <a:solidFill>
                <a:srgbClr val="000000"/>
              </a:solidFill>
              <a:latin typeface="Open Sans"/>
              <a:ea typeface="Open Sans"/>
              <a:cs typeface="Open Sans"/>
              <a:sym typeface="Open Sans"/>
            </a:endParaRPr>
          </a:p>
          <a:p>
            <a:pPr>
              <a:lnSpc>
                <a:spcPts val="2281"/>
              </a:lnSpc>
            </a:pPr>
            <a:r>
              <a:rPr lang="en-IE" sz="1839" dirty="0">
                <a:solidFill>
                  <a:srgbClr val="000000"/>
                </a:solidFill>
                <a:latin typeface="Open Sans"/>
                <a:ea typeface="Open Sans"/>
                <a:cs typeface="Open Sans"/>
                <a:sym typeface="Open Sans"/>
                <a:hlinkClick r:id="rId3"/>
              </a:rPr>
              <a:t>https://www.tcd.ie/slscs/centre-for-english-language-learning-and-teaching/in-sessional-programmes/modules/</a:t>
            </a:r>
            <a:r>
              <a:rPr lang="en-IE" sz="1839" dirty="0">
                <a:solidFill>
                  <a:srgbClr val="000000"/>
                </a:solidFill>
                <a:latin typeface="Open Sans"/>
                <a:ea typeface="Open Sans"/>
                <a:cs typeface="Open Sans"/>
                <a:sym typeface="Open Sans"/>
              </a:rPr>
              <a:t> </a:t>
            </a:r>
          </a:p>
          <a:p>
            <a:pPr>
              <a:lnSpc>
                <a:spcPts val="2281"/>
              </a:lnSpc>
            </a:pPr>
            <a:endParaRPr lang="en-IE" sz="1839" dirty="0">
              <a:solidFill>
                <a:srgbClr val="000000"/>
              </a:solidFill>
              <a:latin typeface="Open Sans"/>
              <a:ea typeface="Open Sans"/>
              <a:cs typeface="Open Sans"/>
              <a:sym typeface="Open Sans"/>
            </a:endParaRPr>
          </a:p>
          <a:p>
            <a:pPr>
              <a:lnSpc>
                <a:spcPts val="2281"/>
              </a:lnSpc>
            </a:pPr>
            <a:r>
              <a:rPr lang="en-US" sz="1839" dirty="0">
                <a:solidFill>
                  <a:srgbClr val="000000"/>
                </a:solidFill>
                <a:latin typeface="Open Sans"/>
                <a:ea typeface="Open Sans"/>
                <a:cs typeface="Open Sans"/>
                <a:sym typeface="Open Sans"/>
              </a:rPr>
              <a:t>  </a:t>
            </a:r>
          </a:p>
        </p:txBody>
      </p:sp>
      <p:pic>
        <p:nvPicPr>
          <p:cNvPr id="3" name="Graphic 2" descr="Care outline">
            <a:extLst>
              <a:ext uri="{FF2B5EF4-FFF2-40B4-BE49-F238E27FC236}">
                <a16:creationId xmlns:a16="http://schemas.microsoft.com/office/drawing/2014/main" id="{27D50272-F3AF-B406-9B40-DD3EE82EF6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14527" y="113403"/>
            <a:ext cx="781847" cy="781847"/>
          </a:xfrm>
          <a:prstGeom prst="rect">
            <a:avLst/>
          </a:prstGeom>
        </p:spPr>
      </p:pic>
    </p:spTree>
    <p:extLst>
      <p:ext uri="{BB962C8B-B14F-4D97-AF65-F5344CB8AC3E}">
        <p14:creationId xmlns:p14="http://schemas.microsoft.com/office/powerpoint/2010/main" val="1372278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97A5A-A458-1250-1F21-98622E91BA13}"/>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9BE53B50-4EA3-71FC-3B38-7670FBE40DC8}"/>
              </a:ext>
            </a:extLst>
          </p:cNvPr>
          <p:cNvSpPr>
            <a:spLocks noGrp="1"/>
          </p:cNvSpPr>
          <p:nvPr>
            <p:ph type="title"/>
          </p:nvPr>
        </p:nvSpPr>
        <p:spPr/>
        <p:txBody>
          <a:bodyPr/>
          <a:lstStyle/>
          <a:p>
            <a:r>
              <a:rPr lang="en-GB" dirty="0"/>
              <a:t>Next Steps – Additional session this week</a:t>
            </a:r>
          </a:p>
        </p:txBody>
      </p:sp>
      <p:sp>
        <p:nvSpPr>
          <p:cNvPr id="4" name="Slide Number Placeholder 3">
            <a:extLst>
              <a:ext uri="{FF2B5EF4-FFF2-40B4-BE49-F238E27FC236}">
                <a16:creationId xmlns:a16="http://schemas.microsoft.com/office/drawing/2014/main" id="{B171AD67-8305-2DE7-95E5-47D346A3ACFD}"/>
              </a:ext>
            </a:extLst>
          </p:cNvPr>
          <p:cNvSpPr>
            <a:spLocks noGrp="1"/>
          </p:cNvSpPr>
          <p:nvPr>
            <p:ph type="sldNum" sz="quarter" idx="4"/>
          </p:nvPr>
        </p:nvSpPr>
        <p:spPr/>
        <p:txBody>
          <a:bodyPr/>
          <a:lstStyle/>
          <a:p>
            <a:fld id="{DDBE135E-2566-4748-853C-8A3B78F0FB00}" type="slidenum">
              <a:rPr lang="en-GB" smtClean="0"/>
              <a:pPr/>
              <a:t>26</a:t>
            </a:fld>
            <a:endParaRPr lang="en-GB"/>
          </a:p>
        </p:txBody>
      </p:sp>
      <p:graphicFrame>
        <p:nvGraphicFramePr>
          <p:cNvPr id="6" name="Table 5">
            <a:extLst>
              <a:ext uri="{FF2B5EF4-FFF2-40B4-BE49-F238E27FC236}">
                <a16:creationId xmlns:a16="http://schemas.microsoft.com/office/drawing/2014/main" id="{4B61DFF6-DDE8-1C38-D83B-C9F67DE08C84}"/>
              </a:ext>
            </a:extLst>
          </p:cNvPr>
          <p:cNvGraphicFramePr>
            <a:graphicFrameLocks noGrp="1"/>
          </p:cNvGraphicFramePr>
          <p:nvPr>
            <p:extLst>
              <p:ext uri="{D42A27DB-BD31-4B8C-83A1-F6EECF244321}">
                <p14:modId xmlns:p14="http://schemas.microsoft.com/office/powerpoint/2010/main" val="2477276151"/>
              </p:ext>
            </p:extLst>
          </p:nvPr>
        </p:nvGraphicFramePr>
        <p:xfrm>
          <a:off x="825548" y="1434055"/>
          <a:ext cx="7383778" cy="1483355"/>
        </p:xfrm>
        <a:graphic>
          <a:graphicData uri="http://schemas.openxmlformats.org/drawingml/2006/table">
            <a:tbl>
              <a:tblPr firstRow="1" bandRow="1">
                <a:tableStyleId>{5C22544A-7EE6-4342-B048-85BDC9FD1C3A}</a:tableStyleId>
              </a:tblPr>
              <a:tblGrid>
                <a:gridCol w="1657350">
                  <a:extLst>
                    <a:ext uri="{9D8B030D-6E8A-4147-A177-3AD203B41FA5}">
                      <a16:colId xmlns:a16="http://schemas.microsoft.com/office/drawing/2014/main" val="330475726"/>
                    </a:ext>
                  </a:extLst>
                </a:gridCol>
                <a:gridCol w="5726428">
                  <a:extLst>
                    <a:ext uri="{9D8B030D-6E8A-4147-A177-3AD203B41FA5}">
                      <a16:colId xmlns:a16="http://schemas.microsoft.com/office/drawing/2014/main" val="3621867560"/>
                    </a:ext>
                  </a:extLst>
                </a:gridCol>
              </a:tblGrid>
              <a:tr h="370840">
                <a:tc>
                  <a:txBody>
                    <a:bodyPr/>
                    <a:lstStyle/>
                    <a:p>
                      <a:endParaRPr lang="en-GB" b="0" dirty="0">
                        <a:solidFill>
                          <a:schemeClr val="tx1"/>
                        </a:solidFill>
                      </a:endParaRPr>
                    </a:p>
                  </a:txBody>
                  <a:tcPr>
                    <a:solidFill>
                      <a:srgbClr val="E9EDF4"/>
                    </a:solidFill>
                  </a:tcPr>
                </a:tc>
                <a:tc>
                  <a:txBody>
                    <a:bodyPr/>
                    <a:lstStyle/>
                    <a:p>
                      <a:r>
                        <a:rPr lang="en-GB" b="0" dirty="0">
                          <a:solidFill>
                            <a:schemeClr val="tx1"/>
                          </a:solidFill>
                        </a:rPr>
                        <a:t>Wednesday 16th September</a:t>
                      </a:r>
                    </a:p>
                  </a:txBody>
                  <a:tcPr>
                    <a:solidFill>
                      <a:srgbClr val="E9EDF4"/>
                    </a:solidFill>
                  </a:tcPr>
                </a:tc>
                <a:extLst>
                  <a:ext uri="{0D108BD9-81ED-4DB2-BD59-A6C34878D82A}">
                    <a16:rowId xmlns:a16="http://schemas.microsoft.com/office/drawing/2014/main" val="511136517"/>
                  </a:ext>
                </a:extLst>
              </a:tr>
              <a:tr h="370839">
                <a:tc>
                  <a:txBody>
                    <a:bodyPr/>
                    <a:lstStyle/>
                    <a:p>
                      <a:pPr lvl="0">
                        <a:buNone/>
                      </a:pPr>
                      <a:endParaRPr lang="en-GB" dirty="0"/>
                    </a:p>
                  </a:txBody>
                  <a:tcPr/>
                </a:tc>
                <a:tc>
                  <a:txBody>
                    <a:bodyPr/>
                    <a:lstStyle/>
                    <a:p>
                      <a:pPr lvl="0">
                        <a:buNone/>
                      </a:pPr>
                      <a:r>
                        <a:rPr lang="en-GB" dirty="0"/>
                        <a:t>1pm - 2pm</a:t>
                      </a:r>
                    </a:p>
                  </a:txBody>
                  <a:tcPr/>
                </a:tc>
                <a:extLst>
                  <a:ext uri="{0D108BD9-81ED-4DB2-BD59-A6C34878D82A}">
                    <a16:rowId xmlns:a16="http://schemas.microsoft.com/office/drawing/2014/main" val="1099047015"/>
                  </a:ext>
                </a:extLst>
              </a:tr>
              <a:tr h="370838">
                <a:tc>
                  <a:txBody>
                    <a:bodyPr/>
                    <a:lstStyle/>
                    <a:p>
                      <a:pPr lvl="0">
                        <a:buNone/>
                      </a:pPr>
                      <a:endParaRPr lang="en-GB" dirty="0"/>
                    </a:p>
                  </a:txBody>
                  <a:tcPr/>
                </a:tc>
                <a:tc>
                  <a:txBody>
                    <a:bodyPr/>
                    <a:lstStyle/>
                    <a:p>
                      <a:pPr lvl="0">
                        <a:buNone/>
                      </a:pPr>
                      <a:r>
                        <a:rPr lang="en-GB" dirty="0"/>
                        <a:t>Maxwell Theatre Hamilton</a:t>
                      </a:r>
                    </a:p>
                  </a:txBody>
                  <a:tcPr/>
                </a:tc>
                <a:extLst>
                  <a:ext uri="{0D108BD9-81ED-4DB2-BD59-A6C34878D82A}">
                    <a16:rowId xmlns:a16="http://schemas.microsoft.com/office/drawing/2014/main" val="1037418611"/>
                  </a:ext>
                </a:extLst>
              </a:tr>
              <a:tr h="370838">
                <a:tc>
                  <a:txBody>
                    <a:bodyPr/>
                    <a:lstStyle/>
                    <a:p>
                      <a:pPr lvl="0">
                        <a:buNone/>
                      </a:pPr>
                      <a:endParaRPr lang="en-GB" dirty="0"/>
                    </a:p>
                  </a:txBody>
                  <a:tcPr/>
                </a:tc>
                <a:tc>
                  <a:txBody>
                    <a:bodyPr/>
                    <a:lstStyle/>
                    <a:p>
                      <a:pPr lvl="0">
                        <a:buNone/>
                      </a:pPr>
                      <a:endParaRPr lang="en-GB" dirty="0"/>
                    </a:p>
                  </a:txBody>
                  <a:tcPr/>
                </a:tc>
                <a:extLst>
                  <a:ext uri="{0D108BD9-81ED-4DB2-BD59-A6C34878D82A}">
                    <a16:rowId xmlns:a16="http://schemas.microsoft.com/office/drawing/2014/main" val="3457159413"/>
                  </a:ext>
                </a:extLst>
              </a:tr>
            </a:tbl>
          </a:graphicData>
        </a:graphic>
      </p:graphicFrame>
      <p:graphicFrame>
        <p:nvGraphicFramePr>
          <p:cNvPr id="8" name="Table 7">
            <a:extLst>
              <a:ext uri="{FF2B5EF4-FFF2-40B4-BE49-F238E27FC236}">
                <a16:creationId xmlns:a16="http://schemas.microsoft.com/office/drawing/2014/main" id="{71C5D53F-9EE5-A462-5821-37520DB9918F}"/>
              </a:ext>
            </a:extLst>
          </p:cNvPr>
          <p:cNvGraphicFramePr>
            <a:graphicFrameLocks noGrp="1"/>
          </p:cNvGraphicFramePr>
          <p:nvPr>
            <p:extLst>
              <p:ext uri="{D42A27DB-BD31-4B8C-83A1-F6EECF244321}">
                <p14:modId xmlns:p14="http://schemas.microsoft.com/office/powerpoint/2010/main" val="2302429562"/>
              </p:ext>
            </p:extLst>
          </p:nvPr>
        </p:nvGraphicFramePr>
        <p:xfrm>
          <a:off x="827956" y="1197993"/>
          <a:ext cx="7639050" cy="3303267"/>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3261538056"/>
                    </a:ext>
                  </a:extLst>
                </a:gridCol>
                <a:gridCol w="5667375">
                  <a:extLst>
                    <a:ext uri="{9D8B030D-6E8A-4147-A177-3AD203B41FA5}">
                      <a16:colId xmlns:a16="http://schemas.microsoft.com/office/drawing/2014/main" val="612870689"/>
                    </a:ext>
                  </a:extLst>
                </a:gridCol>
              </a:tblGrid>
              <a:tr h="502919">
                <a:tc>
                  <a:txBody>
                    <a:bodyPr/>
                    <a:lstStyle/>
                    <a:p>
                      <a:pPr fontAlgn="t">
                        <a:buNone/>
                      </a:pPr>
                      <a:endParaRPr lang="en-GB">
                        <a:effectLst/>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31747" cap="flat" cmpd="sng" algn="ctr">
                      <a:solidFill>
                        <a:srgbClr val="FFFFFF"/>
                      </a:solidFill>
                      <a:prstDash val="solid"/>
                      <a:round/>
                      <a:headEnd type="none" w="med" len="med"/>
                      <a:tailEnd type="none" w="med" len="med"/>
                    </a:lnB>
                    <a:solidFill>
                      <a:srgbClr val="E9EDF4"/>
                    </a:solidFill>
                  </a:tcPr>
                </a:tc>
                <a:tc>
                  <a:txBody>
                    <a:bodyPr/>
                    <a:lstStyle/>
                    <a:p>
                      <a:pPr marL="0" indent="0" algn="l" fontAlgn="base">
                        <a:buNone/>
                      </a:pPr>
                      <a:r>
                        <a:rPr lang="en-GB" sz="1800" b="0" i="0" dirty="0">
                          <a:solidFill>
                            <a:srgbClr val="000000"/>
                          </a:solidFill>
                          <a:effectLst/>
                          <a:latin typeface="Calibri"/>
                        </a:rPr>
                        <a:t>Wednesday 16th September</a:t>
                      </a:r>
                      <a:endParaRPr lang="en-US" b="1" i="0" dirty="0">
                        <a:solidFill>
                          <a:srgbClr val="FFFFFF"/>
                        </a:solidFill>
                        <a:effectLst/>
                        <a:latin typeface="Calibri"/>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31747"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262607548"/>
                  </a:ext>
                </a:extLst>
              </a:tr>
              <a:tr h="502919">
                <a:tc>
                  <a:txBody>
                    <a:bodyPr/>
                    <a:lstStyle/>
                    <a:p>
                      <a:pPr fontAlgn="t">
                        <a:buNone/>
                      </a:pPr>
                      <a:endParaRPr lang="en-GB">
                        <a:effectLst/>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31747"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tc>
                  <a:txBody>
                    <a:bodyPr/>
                    <a:lstStyle/>
                    <a:p>
                      <a:pPr marL="0" indent="0" algn="l" fontAlgn="base">
                        <a:buNone/>
                      </a:pPr>
                      <a:r>
                        <a:rPr lang="en-GB" sz="1800" b="0" i="0" dirty="0">
                          <a:solidFill>
                            <a:srgbClr val="000000"/>
                          </a:solidFill>
                          <a:effectLst/>
                          <a:latin typeface="Calibri"/>
                        </a:rPr>
                        <a:t>1pm – 2pm</a:t>
                      </a:r>
                      <a:endParaRPr lang="en-US" b="0" i="0" dirty="0">
                        <a:solidFill>
                          <a:srgbClr val="000000"/>
                        </a:solidFill>
                        <a:effectLst/>
                        <a:latin typeface="Calibri"/>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31747"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500834795"/>
                  </a:ext>
                </a:extLst>
              </a:tr>
              <a:tr h="560069">
                <a:tc>
                  <a:txBody>
                    <a:bodyPr/>
                    <a:lstStyle/>
                    <a:p>
                      <a:pPr fontAlgn="t">
                        <a:buNone/>
                      </a:pPr>
                      <a:endParaRPr lang="en-GB">
                        <a:effectLst/>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tc>
                  <a:txBody>
                    <a:bodyPr/>
                    <a:lstStyle/>
                    <a:p>
                      <a:pPr marL="0" indent="0" algn="l" fontAlgn="base">
                        <a:buNone/>
                      </a:pPr>
                      <a:r>
                        <a:rPr lang="en-GB" sz="1800" b="0" i="0" dirty="0">
                          <a:solidFill>
                            <a:srgbClr val="000000"/>
                          </a:solidFill>
                          <a:effectLst/>
                          <a:latin typeface="Calibri"/>
                        </a:rPr>
                        <a:t>Maxwell theatre Hamilton</a:t>
                      </a:r>
                      <a:endParaRPr lang="en-US" b="0" i="0" dirty="0">
                        <a:solidFill>
                          <a:srgbClr val="000000"/>
                        </a:solidFill>
                        <a:effectLst/>
                        <a:latin typeface="Calibri"/>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151772971"/>
                  </a:ext>
                </a:extLst>
              </a:tr>
              <a:tr h="361950">
                <a:tc>
                  <a:txBody>
                    <a:bodyPr/>
                    <a:lstStyle/>
                    <a:p>
                      <a:pPr fontAlgn="t">
                        <a:buNone/>
                      </a:pPr>
                      <a:endParaRPr lang="en-GB">
                        <a:effectLst/>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tc>
                  <a:txBody>
                    <a:bodyPr/>
                    <a:lstStyle/>
                    <a:p>
                      <a:pPr marL="0" indent="0" algn="l" fontAlgn="base">
                        <a:buNone/>
                      </a:pPr>
                      <a:r>
                        <a:rPr lang="en-GB" sz="1800" b="0" i="0" u="none" strike="noStrike" dirty="0">
                          <a:solidFill>
                            <a:srgbClr val="000000"/>
                          </a:solidFill>
                          <a:effectLst/>
                          <a:latin typeface="Calibri"/>
                        </a:rPr>
                        <a:t>Choosing the right internship for you </a:t>
                      </a:r>
                      <a:endParaRPr lang="en-US" b="0" i="0" dirty="0">
                        <a:solidFill>
                          <a:srgbClr val="000000"/>
                        </a:solidFill>
                        <a:effectLst/>
                        <a:latin typeface="Calibri"/>
                      </a:endParaRPr>
                    </a:p>
                    <a:p>
                      <a:pPr marL="0" indent="0" algn="l" fontAlgn="base">
                        <a:buNone/>
                      </a:pPr>
                      <a:r>
                        <a:rPr lang="en-GB" sz="1800" b="0" i="0" u="none" strike="noStrike" dirty="0">
                          <a:solidFill>
                            <a:srgbClr val="000000"/>
                          </a:solidFill>
                          <a:effectLst/>
                          <a:latin typeface="Calibri"/>
                        </a:rPr>
                        <a:t>What employers want to know </a:t>
                      </a:r>
                      <a:endParaRPr lang="en-GB" b="0" i="0" dirty="0">
                        <a:solidFill>
                          <a:srgbClr val="000000"/>
                        </a:solidFill>
                        <a:effectLst/>
                        <a:latin typeface="Calibri"/>
                      </a:endParaRPr>
                    </a:p>
                    <a:p>
                      <a:pPr marL="0" indent="0" algn="l" fontAlgn="base">
                        <a:buNone/>
                      </a:pPr>
                      <a:r>
                        <a:rPr lang="en-GB" sz="1800" b="0" i="0" u="none" strike="noStrike" dirty="0">
                          <a:solidFill>
                            <a:srgbClr val="000000"/>
                          </a:solidFill>
                          <a:effectLst/>
                          <a:latin typeface="Calibri"/>
                        </a:rPr>
                        <a:t>Job descriptions </a:t>
                      </a:r>
                      <a:endParaRPr lang="en-GB" b="0" i="0" dirty="0">
                        <a:solidFill>
                          <a:srgbClr val="000000"/>
                        </a:solidFill>
                        <a:effectLst/>
                        <a:latin typeface="Calibri"/>
                      </a:endParaRPr>
                    </a:p>
                    <a:p>
                      <a:pPr marL="0" indent="0" algn="l" fontAlgn="base">
                        <a:buNone/>
                      </a:pPr>
                      <a:r>
                        <a:rPr lang="en-GB" sz="1800" b="0" i="0" u="none" strike="noStrike" dirty="0">
                          <a:solidFill>
                            <a:srgbClr val="000000"/>
                          </a:solidFill>
                          <a:effectLst/>
                          <a:latin typeface="Calibri"/>
                        </a:rPr>
                        <a:t>Key elements of a CV </a:t>
                      </a:r>
                      <a:endParaRPr lang="en-GB" b="0" i="0" dirty="0">
                        <a:solidFill>
                          <a:srgbClr val="000000"/>
                        </a:solidFill>
                        <a:effectLst/>
                        <a:latin typeface="Calibri"/>
                      </a:endParaRPr>
                    </a:p>
                    <a:p>
                      <a:pPr marL="0" indent="0" algn="l" fontAlgn="base">
                        <a:buNone/>
                      </a:pPr>
                      <a:r>
                        <a:rPr lang="en-GB" sz="1800" b="0" i="0" u="none" strike="noStrike" dirty="0">
                          <a:solidFill>
                            <a:srgbClr val="000000"/>
                          </a:solidFill>
                          <a:effectLst/>
                          <a:latin typeface="Calibri"/>
                        </a:rPr>
                        <a:t>Cover letters/emails </a:t>
                      </a:r>
                      <a:endParaRPr lang="en-GB" b="0" i="0" dirty="0">
                        <a:solidFill>
                          <a:srgbClr val="000000"/>
                        </a:solidFill>
                        <a:effectLst/>
                        <a:latin typeface="Calibri"/>
                      </a:endParaRPr>
                    </a:p>
                    <a:p>
                      <a:pPr marL="0" indent="0" algn="l" fontAlgn="base">
                        <a:buNone/>
                      </a:pPr>
                      <a:r>
                        <a:rPr lang="en-GB" sz="1800" b="0" i="0" u="none" strike="noStrike" dirty="0">
                          <a:solidFill>
                            <a:srgbClr val="000000"/>
                          </a:solidFill>
                          <a:effectLst/>
                          <a:latin typeface="Calibri"/>
                        </a:rPr>
                        <a:t>Speed Connect</a:t>
                      </a:r>
                      <a:endParaRPr lang="en-GB" b="0" i="0" dirty="0">
                        <a:solidFill>
                          <a:srgbClr val="000000"/>
                        </a:solidFill>
                        <a:effectLst/>
                        <a:latin typeface="Calibri"/>
                      </a:endParaRPr>
                    </a:p>
                  </a:txBody>
                  <a:tcPr>
                    <a:lnL w="10582" cap="flat" cmpd="sng" algn="ctr">
                      <a:solidFill>
                        <a:srgbClr val="FFFFFF"/>
                      </a:solidFill>
                      <a:prstDash val="solid"/>
                      <a:round/>
                      <a:headEnd type="none" w="med" len="med"/>
                      <a:tailEnd type="none" w="med" len="med"/>
                    </a:lnL>
                    <a:lnR w="10582" cap="flat" cmpd="sng" algn="ctr">
                      <a:solidFill>
                        <a:srgbClr val="FFFFFF"/>
                      </a:solidFill>
                      <a:prstDash val="solid"/>
                      <a:round/>
                      <a:headEnd type="none" w="med" len="med"/>
                      <a:tailEnd type="none" w="med" len="med"/>
                    </a:lnR>
                    <a:lnT w="10582" cap="flat" cmpd="sng" algn="ctr">
                      <a:solidFill>
                        <a:srgbClr val="FFFFFF"/>
                      </a:solidFill>
                      <a:prstDash val="solid"/>
                      <a:round/>
                      <a:headEnd type="none" w="med" len="med"/>
                      <a:tailEnd type="none" w="med" len="med"/>
                    </a:lnT>
                    <a:lnB w="10582"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2732829"/>
                  </a:ext>
                </a:extLst>
              </a:tr>
            </a:tbl>
          </a:graphicData>
        </a:graphic>
      </p:graphicFrame>
      <p:pic>
        <p:nvPicPr>
          <p:cNvPr id="9" name="Graphic 8">
            <a:extLst>
              <a:ext uri="{FF2B5EF4-FFF2-40B4-BE49-F238E27FC236}">
                <a16:creationId xmlns:a16="http://schemas.microsoft.com/office/drawing/2014/main" id="{0EA6E322-749C-A432-B654-3928A1BD80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05309" y="1144078"/>
            <a:ext cx="493863" cy="504646"/>
          </a:xfrm>
          <a:prstGeom prst="rect">
            <a:avLst/>
          </a:prstGeom>
        </p:spPr>
      </p:pic>
      <p:pic>
        <p:nvPicPr>
          <p:cNvPr id="10" name="Graphic 9">
            <a:extLst>
              <a:ext uri="{FF2B5EF4-FFF2-40B4-BE49-F238E27FC236}">
                <a16:creationId xmlns:a16="http://schemas.microsoft.com/office/drawing/2014/main" id="{7D7B514E-4C9C-6287-32BB-8DE23823E5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5309" y="1726361"/>
            <a:ext cx="472297" cy="493863"/>
          </a:xfrm>
          <a:prstGeom prst="rect">
            <a:avLst/>
          </a:prstGeom>
        </p:spPr>
      </p:pic>
      <p:pic>
        <p:nvPicPr>
          <p:cNvPr id="11" name="Graphic 10">
            <a:extLst>
              <a:ext uri="{FF2B5EF4-FFF2-40B4-BE49-F238E27FC236}">
                <a16:creationId xmlns:a16="http://schemas.microsoft.com/office/drawing/2014/main" id="{D14CC795-7E24-B928-4F4B-6E321207DF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72960" y="2233163"/>
            <a:ext cx="547778" cy="547778"/>
          </a:xfrm>
          <a:prstGeom prst="rect">
            <a:avLst/>
          </a:prstGeom>
        </p:spPr>
      </p:pic>
      <p:pic>
        <p:nvPicPr>
          <p:cNvPr id="12" name="Graphic 11">
            <a:extLst>
              <a:ext uri="{FF2B5EF4-FFF2-40B4-BE49-F238E27FC236}">
                <a16:creationId xmlns:a16="http://schemas.microsoft.com/office/drawing/2014/main" id="{68658C55-AF78-0938-4AF6-5082C21826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8866" y="3095805"/>
            <a:ext cx="914400" cy="914400"/>
          </a:xfrm>
          <a:prstGeom prst="rect">
            <a:avLst/>
          </a:prstGeom>
        </p:spPr>
      </p:pic>
    </p:spTree>
    <p:extLst>
      <p:ext uri="{BB962C8B-B14F-4D97-AF65-F5344CB8AC3E}">
        <p14:creationId xmlns:p14="http://schemas.microsoft.com/office/powerpoint/2010/main" val="2611598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0C56D-3B4E-ECD9-B34F-9F16209EEA8C}"/>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23144C74-1B3C-4433-A067-A8F299B7B20E}"/>
              </a:ext>
            </a:extLst>
          </p:cNvPr>
          <p:cNvSpPr>
            <a:spLocks noGrp="1"/>
          </p:cNvSpPr>
          <p:nvPr>
            <p:ph type="title"/>
          </p:nvPr>
        </p:nvSpPr>
        <p:spPr/>
        <p:txBody>
          <a:bodyPr/>
          <a:lstStyle/>
          <a:p>
            <a:r>
              <a:rPr lang="en-GB"/>
              <a:t>Next Steps</a:t>
            </a:r>
          </a:p>
        </p:txBody>
      </p:sp>
      <p:sp>
        <p:nvSpPr>
          <p:cNvPr id="4" name="Slide Number Placeholder 3">
            <a:extLst>
              <a:ext uri="{FF2B5EF4-FFF2-40B4-BE49-F238E27FC236}">
                <a16:creationId xmlns:a16="http://schemas.microsoft.com/office/drawing/2014/main" id="{AD42A09F-58FB-1EEE-95A7-910C83FFAA40}"/>
              </a:ext>
            </a:extLst>
          </p:cNvPr>
          <p:cNvSpPr>
            <a:spLocks noGrp="1"/>
          </p:cNvSpPr>
          <p:nvPr>
            <p:ph type="sldNum" sz="quarter" idx="4"/>
          </p:nvPr>
        </p:nvSpPr>
        <p:spPr/>
        <p:txBody>
          <a:bodyPr/>
          <a:lstStyle/>
          <a:p>
            <a:fld id="{DDBE135E-2566-4748-853C-8A3B78F0FB00}" type="slidenum">
              <a:rPr lang="en-GB" smtClean="0"/>
              <a:pPr/>
              <a:t>27</a:t>
            </a:fld>
            <a:endParaRPr lang="en-GB"/>
          </a:p>
        </p:txBody>
      </p:sp>
      <p:graphicFrame>
        <p:nvGraphicFramePr>
          <p:cNvPr id="2" name="Table 1">
            <a:extLst>
              <a:ext uri="{FF2B5EF4-FFF2-40B4-BE49-F238E27FC236}">
                <a16:creationId xmlns:a16="http://schemas.microsoft.com/office/drawing/2014/main" id="{D7AB91CE-7D2D-D9EB-FFA9-87483EB17977}"/>
              </a:ext>
            </a:extLst>
          </p:cNvPr>
          <p:cNvGraphicFramePr>
            <a:graphicFrameLocks noGrp="1"/>
          </p:cNvGraphicFramePr>
          <p:nvPr>
            <p:extLst>
              <p:ext uri="{D42A27DB-BD31-4B8C-83A1-F6EECF244321}">
                <p14:modId xmlns:p14="http://schemas.microsoft.com/office/powerpoint/2010/main" val="1469905656"/>
              </p:ext>
            </p:extLst>
          </p:nvPr>
        </p:nvGraphicFramePr>
        <p:xfrm>
          <a:off x="825548" y="1283093"/>
          <a:ext cx="7703820" cy="3210558"/>
        </p:xfrm>
        <a:graphic>
          <a:graphicData uri="http://schemas.openxmlformats.org/drawingml/2006/table">
            <a:tbl>
              <a:tblPr firstRow="1" bandRow="1">
                <a:tableStyleId>{5C22544A-7EE6-4342-B048-85BDC9FD1C3A}</a:tableStyleId>
              </a:tblPr>
              <a:tblGrid>
                <a:gridCol w="1657350">
                  <a:extLst>
                    <a:ext uri="{9D8B030D-6E8A-4147-A177-3AD203B41FA5}">
                      <a16:colId xmlns:a16="http://schemas.microsoft.com/office/drawing/2014/main" val="4109925467"/>
                    </a:ext>
                  </a:extLst>
                </a:gridCol>
                <a:gridCol w="6046470">
                  <a:extLst>
                    <a:ext uri="{9D8B030D-6E8A-4147-A177-3AD203B41FA5}">
                      <a16:colId xmlns:a16="http://schemas.microsoft.com/office/drawing/2014/main" val="2955519940"/>
                    </a:ext>
                  </a:extLst>
                </a:gridCol>
              </a:tblGrid>
              <a:tr h="370840">
                <a:tc>
                  <a:txBody>
                    <a:bodyPr/>
                    <a:lstStyle/>
                    <a:p>
                      <a:r>
                        <a:rPr lang="en-GB" dirty="0"/>
                        <a:t>Month</a:t>
                      </a:r>
                    </a:p>
                  </a:txBody>
                  <a:tcPr/>
                </a:tc>
                <a:tc>
                  <a:txBody>
                    <a:bodyPr/>
                    <a:lstStyle/>
                    <a:p>
                      <a:r>
                        <a:rPr lang="en-GB" dirty="0"/>
                        <a:t>Activity</a:t>
                      </a:r>
                    </a:p>
                  </a:txBody>
                  <a:tcPr/>
                </a:tc>
                <a:extLst>
                  <a:ext uri="{0D108BD9-81ED-4DB2-BD59-A6C34878D82A}">
                    <a16:rowId xmlns:a16="http://schemas.microsoft.com/office/drawing/2014/main" val="1044567963"/>
                  </a:ext>
                </a:extLst>
              </a:tr>
              <a:tr h="370839">
                <a:tc>
                  <a:txBody>
                    <a:bodyPr/>
                    <a:lstStyle/>
                    <a:p>
                      <a:pPr lvl="0">
                        <a:buNone/>
                      </a:pPr>
                      <a:r>
                        <a:rPr lang="en-GB" dirty="0"/>
                        <a:t>September</a:t>
                      </a:r>
                    </a:p>
                  </a:txBody>
                  <a:tcPr/>
                </a:tc>
                <a:tc>
                  <a:txBody>
                    <a:bodyPr/>
                    <a:lstStyle/>
                    <a:p>
                      <a:pPr lvl="0">
                        <a:buNone/>
                      </a:pPr>
                      <a:r>
                        <a:rPr lang="en-GB" dirty="0"/>
                        <a:t>Company Research</a:t>
                      </a:r>
                    </a:p>
                    <a:p>
                      <a:pPr lvl="0">
                        <a:buNone/>
                      </a:pPr>
                      <a:r>
                        <a:rPr lang="en-GB" dirty="0"/>
                        <a:t>CV preparation and CV Clinics – Careers Portal</a:t>
                      </a:r>
                    </a:p>
                    <a:p>
                      <a:pPr lvl="0">
                        <a:buNone/>
                      </a:pPr>
                      <a:r>
                        <a:rPr lang="en-GB" dirty="0"/>
                        <a:t>Apply for internships</a:t>
                      </a:r>
                    </a:p>
                    <a:p>
                      <a:pPr lvl="0">
                        <a:buNone/>
                      </a:pPr>
                      <a:r>
                        <a:rPr lang="en-GB" dirty="0"/>
                        <a:t>Attend </a:t>
                      </a:r>
                      <a:r>
                        <a:rPr lang="en-GB" dirty="0" err="1"/>
                        <a:t>SpeedConnect</a:t>
                      </a:r>
                      <a:endParaRPr lang="en-GB" dirty="0"/>
                    </a:p>
                  </a:txBody>
                  <a:tcPr/>
                </a:tc>
                <a:extLst>
                  <a:ext uri="{0D108BD9-81ED-4DB2-BD59-A6C34878D82A}">
                    <a16:rowId xmlns:a16="http://schemas.microsoft.com/office/drawing/2014/main" val="2018372613"/>
                  </a:ext>
                </a:extLst>
              </a:tr>
              <a:tr h="370838">
                <a:tc>
                  <a:txBody>
                    <a:bodyPr/>
                    <a:lstStyle/>
                    <a:p>
                      <a:pPr lvl="0">
                        <a:buNone/>
                      </a:pPr>
                      <a:r>
                        <a:rPr lang="en-GB" dirty="0"/>
                        <a:t>October</a:t>
                      </a:r>
                    </a:p>
                  </a:txBody>
                  <a:tcPr/>
                </a:tc>
                <a:tc>
                  <a:txBody>
                    <a:bodyPr/>
                    <a:lstStyle/>
                    <a:p>
                      <a:pPr lvl="0">
                        <a:buNone/>
                      </a:pPr>
                      <a:r>
                        <a:rPr lang="en-GB" dirty="0"/>
                        <a:t>Continue applications</a:t>
                      </a:r>
                    </a:p>
                    <a:p>
                      <a:pPr lvl="0">
                        <a:buNone/>
                      </a:pPr>
                      <a:r>
                        <a:rPr lang="en-GB" dirty="0"/>
                        <a:t>Interviews</a:t>
                      </a:r>
                    </a:p>
                  </a:txBody>
                  <a:tcPr/>
                </a:tc>
                <a:extLst>
                  <a:ext uri="{0D108BD9-81ED-4DB2-BD59-A6C34878D82A}">
                    <a16:rowId xmlns:a16="http://schemas.microsoft.com/office/drawing/2014/main" val="3697015283"/>
                  </a:ext>
                </a:extLst>
              </a:tr>
              <a:tr h="370838">
                <a:tc>
                  <a:txBody>
                    <a:bodyPr/>
                    <a:lstStyle/>
                    <a:p>
                      <a:pPr lvl="0">
                        <a:buNone/>
                      </a:pPr>
                      <a:r>
                        <a:rPr lang="en-GB" dirty="0"/>
                        <a:t>November</a:t>
                      </a:r>
                    </a:p>
                  </a:txBody>
                  <a:tcPr/>
                </a:tc>
                <a:tc>
                  <a:txBody>
                    <a:bodyPr/>
                    <a:lstStyle/>
                    <a:p>
                      <a:pPr lvl="0">
                        <a:buNone/>
                      </a:pPr>
                      <a:r>
                        <a:rPr lang="en-GB" dirty="0"/>
                        <a:t>Accept Offer</a:t>
                      </a:r>
                    </a:p>
                    <a:p>
                      <a:pPr lvl="0">
                        <a:buNone/>
                      </a:pPr>
                      <a:r>
                        <a:rPr lang="en-GB" dirty="0"/>
                        <a:t>Return Internship Agreement</a:t>
                      </a:r>
                    </a:p>
                  </a:txBody>
                  <a:tcPr/>
                </a:tc>
                <a:extLst>
                  <a:ext uri="{0D108BD9-81ED-4DB2-BD59-A6C34878D82A}">
                    <a16:rowId xmlns:a16="http://schemas.microsoft.com/office/drawing/2014/main" val="2965674895"/>
                  </a:ext>
                </a:extLst>
              </a:tr>
              <a:tr h="370838">
                <a:tc>
                  <a:txBody>
                    <a:bodyPr/>
                    <a:lstStyle/>
                    <a:p>
                      <a:pPr lvl="0">
                        <a:buNone/>
                      </a:pPr>
                      <a:r>
                        <a:rPr lang="en-GB" dirty="0"/>
                        <a:t>January</a:t>
                      </a:r>
                    </a:p>
                  </a:txBody>
                  <a:tcPr/>
                </a:tc>
                <a:tc>
                  <a:txBody>
                    <a:bodyPr/>
                    <a:lstStyle/>
                    <a:p>
                      <a:pPr lvl="0">
                        <a:buNone/>
                      </a:pPr>
                      <a:r>
                        <a:rPr lang="en-GB" dirty="0"/>
                        <a:t>Start Internship</a:t>
                      </a:r>
                    </a:p>
                  </a:txBody>
                  <a:tcPr/>
                </a:tc>
                <a:extLst>
                  <a:ext uri="{0D108BD9-81ED-4DB2-BD59-A6C34878D82A}">
                    <a16:rowId xmlns:a16="http://schemas.microsoft.com/office/drawing/2014/main" val="800785405"/>
                  </a:ext>
                </a:extLst>
              </a:tr>
            </a:tbl>
          </a:graphicData>
        </a:graphic>
      </p:graphicFrame>
    </p:spTree>
    <p:extLst>
      <p:ext uri="{BB962C8B-B14F-4D97-AF65-F5344CB8AC3E}">
        <p14:creationId xmlns:p14="http://schemas.microsoft.com/office/powerpoint/2010/main" val="3292497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en-GB"/>
              <a:t>Keep in touch!</a:t>
            </a:r>
          </a:p>
        </p:txBody>
      </p:sp>
      <p:sp>
        <p:nvSpPr>
          <p:cNvPr id="17" name="Text Placeholder 16"/>
          <p:cNvSpPr>
            <a:spLocks noGrp="1"/>
          </p:cNvSpPr>
          <p:nvPr>
            <p:ph type="body" sz="quarter" idx="10"/>
          </p:nvPr>
        </p:nvSpPr>
        <p:spPr>
          <a:xfrm>
            <a:off x="828676" y="1410807"/>
            <a:ext cx="3933824" cy="1659414"/>
          </a:xfrm>
        </p:spPr>
        <p:txBody>
          <a:bodyPr vert="horz" lIns="0" tIns="0" rIns="0" bIns="0" rtlCol="0" anchor="t">
            <a:noAutofit/>
          </a:bodyPr>
          <a:lstStyle/>
          <a:p>
            <a:pPr marL="0" indent="0">
              <a:buNone/>
            </a:pPr>
            <a:r>
              <a:rPr lang="en-GB" b="1" dirty="0">
                <a:cs typeface="Calibri"/>
              </a:rPr>
              <a:t>Ms. Geraline Cole</a:t>
            </a:r>
          </a:p>
          <a:p>
            <a:r>
              <a:rPr lang="en-GB" dirty="0"/>
              <a:t>Internships Coordinator</a:t>
            </a:r>
            <a:endParaRPr lang="en-US" dirty="0">
              <a:cs typeface="Calibri"/>
            </a:endParaRPr>
          </a:p>
          <a:p>
            <a:r>
              <a:rPr lang="en-GB" dirty="0"/>
              <a:t>Internships@scss.tcd.ie</a:t>
            </a:r>
            <a:endParaRPr lang="en-GB" dirty="0">
              <a:cs typeface="Calibri"/>
            </a:endParaRPr>
          </a:p>
          <a:p>
            <a:pPr marL="0" indent="0">
              <a:buNone/>
            </a:pPr>
            <a:endParaRPr lang="en-GB" dirty="0">
              <a:cs typeface="Calibri"/>
            </a:endParaRPr>
          </a:p>
        </p:txBody>
      </p:sp>
      <p:sp>
        <p:nvSpPr>
          <p:cNvPr id="3" name="Text Placeholder 2"/>
          <p:cNvSpPr>
            <a:spLocks noGrp="1"/>
          </p:cNvSpPr>
          <p:nvPr>
            <p:ph type="body" sz="quarter" idx="11"/>
          </p:nvPr>
        </p:nvSpPr>
        <p:spPr/>
        <p:txBody>
          <a:bodyPr vert="horz" lIns="0" tIns="0" rIns="0" bIns="0" rtlCol="0" anchor="t">
            <a:noAutofit/>
          </a:bodyPr>
          <a:lstStyle/>
          <a:p>
            <a:endParaRPr lang="en-GB">
              <a:cs typeface="Calibri"/>
            </a:endParaRPr>
          </a:p>
        </p:txBody>
      </p:sp>
      <p:sp>
        <p:nvSpPr>
          <p:cNvPr id="2" name="Text Placeholder 1"/>
          <p:cNvSpPr>
            <a:spLocks noGrp="1"/>
          </p:cNvSpPr>
          <p:nvPr>
            <p:ph type="body" sz="quarter" idx="12"/>
          </p:nvPr>
        </p:nvSpPr>
        <p:spPr>
          <a:xfrm>
            <a:off x="4914901" y="1410807"/>
            <a:ext cx="3934800" cy="1659414"/>
          </a:xfrm>
        </p:spPr>
        <p:txBody>
          <a:bodyPr vert="horz" lIns="0" tIns="0" rIns="0" bIns="0" rtlCol="0" anchor="t">
            <a:noAutofit/>
          </a:bodyPr>
          <a:lstStyle/>
          <a:p>
            <a:pPr marL="0" indent="0">
              <a:buNone/>
            </a:pPr>
            <a:r>
              <a:rPr lang="en-GB" b="1" err="1">
                <a:cs typeface="Calibri"/>
              </a:rPr>
              <a:t>Dr.</a:t>
            </a:r>
            <a:r>
              <a:rPr lang="en-GB" b="1">
                <a:cs typeface="Calibri"/>
              </a:rPr>
              <a:t> Tim Savage</a:t>
            </a:r>
            <a:endParaRPr lang="en-US"/>
          </a:p>
          <a:p>
            <a:r>
              <a:rPr lang="en-GB"/>
              <a:t>Internship Programme Director </a:t>
            </a:r>
            <a:endParaRPr lang="en-GB">
              <a:cs typeface="Calibri"/>
            </a:endParaRPr>
          </a:p>
          <a:p>
            <a:r>
              <a:rPr lang="en-GB">
                <a:ea typeface="+mn-lt"/>
                <a:cs typeface="+mn-lt"/>
              </a:rPr>
              <a:t>Internships@scss.tcd.ie</a:t>
            </a:r>
            <a:endParaRPr lang="en-GB"/>
          </a:p>
        </p:txBody>
      </p:sp>
      <p:sp>
        <p:nvSpPr>
          <p:cNvPr id="4" name="Slide Number Placeholder 3">
            <a:extLst>
              <a:ext uri="{FF2B5EF4-FFF2-40B4-BE49-F238E27FC236}">
                <a16:creationId xmlns:a16="http://schemas.microsoft.com/office/drawing/2014/main" id="{BA240437-8D18-A943-80DC-4F1123AE6242}"/>
              </a:ext>
            </a:extLst>
          </p:cNvPr>
          <p:cNvSpPr>
            <a:spLocks noGrp="1"/>
          </p:cNvSpPr>
          <p:nvPr>
            <p:ph type="sldNum" sz="quarter" idx="4"/>
          </p:nvPr>
        </p:nvSpPr>
        <p:spPr/>
        <p:txBody>
          <a:bodyPr/>
          <a:lstStyle/>
          <a:p>
            <a:fld id="{DDBE135E-2566-4748-853C-8A3B78F0FB00}" type="slidenum">
              <a:rPr lang="en-GB" smtClean="0"/>
              <a:pPr/>
              <a:t>28</a:t>
            </a:fld>
            <a:endParaRPr lang="en-GB"/>
          </a:p>
        </p:txBody>
      </p:sp>
      <p:sp>
        <p:nvSpPr>
          <p:cNvPr id="6" name="Text Placeholder 1">
            <a:extLst>
              <a:ext uri="{FF2B5EF4-FFF2-40B4-BE49-F238E27FC236}">
                <a16:creationId xmlns:a16="http://schemas.microsoft.com/office/drawing/2014/main" id="{72463062-D6A5-D42B-7693-E4E652F879AE}"/>
              </a:ext>
            </a:extLst>
          </p:cNvPr>
          <p:cNvSpPr txBox="1">
            <a:spLocks/>
          </p:cNvSpPr>
          <p:nvPr/>
        </p:nvSpPr>
        <p:spPr>
          <a:xfrm>
            <a:off x="1602898" y="3146212"/>
            <a:ext cx="5937578" cy="637795"/>
          </a:xfrm>
          <a:prstGeom prst="rect">
            <a:avLst/>
          </a:prstGeom>
        </p:spPr>
        <p:txBody>
          <a:bodyPr vert="horz" lIns="0" tIns="0" rIns="0" bIns="0" rtlCol="0" anchor="t">
            <a:noAutofit/>
          </a:bodyPr>
          <a:lstStyle>
            <a:lvl1pPr marL="276225" indent="-276225" algn="l" defTabSz="914400" rtl="0" eaLnBrk="1" latinLnBrk="0" hangingPunct="1">
              <a:spcBef>
                <a:spcPts val="900"/>
              </a:spcBef>
              <a:buClr>
                <a:schemeClr val="tx2"/>
              </a:buClr>
              <a:buFont typeface="Arial" panose="020B0604020202020204" pitchFamily="34" charset="0"/>
              <a:buChar char="‒"/>
              <a:defRPr sz="1600" b="0" kern="1200">
                <a:solidFill>
                  <a:schemeClr val="tx1"/>
                </a:solidFill>
                <a:latin typeface="+mn-lt"/>
                <a:ea typeface="+mn-ea"/>
                <a:cs typeface="+mn-cs"/>
              </a:defRPr>
            </a:lvl1pPr>
            <a:lvl2pPr marL="625475" indent="-233363" algn="l" defTabSz="914400" rtl="0" eaLnBrk="1" latinLnBrk="0" hangingPunct="1">
              <a:spcBef>
                <a:spcPts val="1134"/>
              </a:spcBef>
              <a:buClr>
                <a:schemeClr val="tx2"/>
              </a:buClr>
              <a:buFont typeface="Arial" panose="020B0604020202020204" pitchFamily="34" charset="0"/>
              <a:buChar char="•"/>
              <a:defRPr sz="1600" kern="1200">
                <a:solidFill>
                  <a:schemeClr val="tx1"/>
                </a:solidFill>
                <a:latin typeface="+mn-lt"/>
                <a:ea typeface="+mn-ea"/>
                <a:cs typeface="+mn-cs"/>
              </a:defRPr>
            </a:lvl2pPr>
            <a:lvl3pPr marL="912813" indent="-222250" algn="l" defTabSz="914400" rtl="0" eaLnBrk="1" latinLnBrk="0" hangingPunct="1">
              <a:spcBef>
                <a:spcPts val="1134"/>
              </a:spcBef>
              <a:buClr>
                <a:schemeClr val="tx2"/>
              </a:buClr>
              <a:buFont typeface="Arial" pitchFamily="34" charset="0"/>
              <a:buChar char="•"/>
              <a:defRPr sz="1600" kern="1200">
                <a:solidFill>
                  <a:schemeClr val="tx1"/>
                </a:solidFill>
                <a:latin typeface="+mn-lt"/>
                <a:ea typeface="+mn-ea"/>
                <a:cs typeface="+mn-cs"/>
              </a:defRPr>
            </a:lvl3pPr>
            <a:lvl4pPr marL="1128713" indent="-190500" algn="l" defTabSz="914400" rtl="0" eaLnBrk="1" latinLnBrk="0" hangingPunct="1">
              <a:spcBef>
                <a:spcPts val="1134"/>
              </a:spcBef>
              <a:buClr>
                <a:schemeClr val="tx2"/>
              </a:buClr>
              <a:buFont typeface="Minion Pro" pitchFamily="18" charset="0"/>
              <a:buChar char="‒"/>
              <a:defRPr sz="1600" kern="1200">
                <a:solidFill>
                  <a:schemeClr val="tx1"/>
                </a:solidFill>
                <a:latin typeface="+mn-lt"/>
                <a:ea typeface="+mn-ea"/>
                <a:cs typeface="+mn-cs"/>
              </a:defRPr>
            </a:lvl4pPr>
            <a:lvl5pPr marL="1439863" indent="-185738" algn="l" defTabSz="914400" rtl="0" eaLnBrk="1" latinLnBrk="0" hangingPunct="1">
              <a:spcBef>
                <a:spcPts val="1134"/>
              </a:spcBef>
              <a:buClr>
                <a:schemeClr val="tx2"/>
              </a:buClr>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b="1" dirty="0">
                <a:cs typeface="Calibri"/>
              </a:rPr>
              <a:t>The internships email will reach both of us. </a:t>
            </a:r>
            <a:endParaRPr lang="en-US" dirty="0">
              <a:cs typeface="Calibri"/>
            </a:endParaRPr>
          </a:p>
          <a:p>
            <a:pPr marL="0" indent="0" algn="ctr">
              <a:buNone/>
            </a:pPr>
            <a:r>
              <a:rPr lang="en-GB" b="1" dirty="0">
                <a:cs typeface="Calibri"/>
              </a:rPr>
              <a:t>Do not hesitate to get in touch, if you have any questions or concerns.</a:t>
            </a:r>
            <a:endParaRPr lang="en-GB" dirty="0">
              <a:cs typeface="Calibri"/>
            </a:endParaRPr>
          </a:p>
          <a:p>
            <a:pPr marL="0" indent="0">
              <a:buNone/>
            </a:pPr>
            <a:endParaRPr lang="en-GB" b="1" dirty="0">
              <a:cs typeface="Calibri"/>
            </a:endParaRPr>
          </a:p>
          <a:p>
            <a:pPr marL="0" indent="0">
              <a:buNone/>
            </a:pPr>
            <a:r>
              <a:rPr lang="en-GB" b="1" dirty="0">
                <a:solidFill>
                  <a:srgbClr val="FF0000"/>
                </a:solidFill>
                <a:cs typeface="Calibri"/>
              </a:rPr>
              <a:t>                                        </a:t>
            </a:r>
            <a:r>
              <a:rPr lang="en-GB" sz="2800" b="1" dirty="0">
                <a:cs typeface="Calibri"/>
              </a:rPr>
              <a:t> </a:t>
            </a:r>
            <a:endParaRPr lang="en-GB" sz="2800" dirty="0">
              <a:cs typeface="Calibri"/>
            </a:endParaRPr>
          </a:p>
        </p:txBody>
      </p:sp>
    </p:spTree>
    <p:extLst>
      <p:ext uri="{BB962C8B-B14F-4D97-AF65-F5344CB8AC3E}">
        <p14:creationId xmlns:p14="http://schemas.microsoft.com/office/powerpoint/2010/main" val="841711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Best of luck!</a:t>
            </a:r>
          </a:p>
        </p:txBody>
      </p:sp>
    </p:spTree>
    <p:extLst>
      <p:ext uri="{BB962C8B-B14F-4D97-AF65-F5344CB8AC3E}">
        <p14:creationId xmlns:p14="http://schemas.microsoft.com/office/powerpoint/2010/main" val="173462149"/>
      </p:ext>
    </p:extLst>
  </p:cSld>
  <p:clrMapOvr>
    <a:masterClrMapping/>
  </p:clrMapOvr>
</p:sld>
</file>

<file path=ppt/theme/theme1.xml><?xml version="1.0" encoding="utf-8"?>
<a:theme xmlns:a="http://schemas.openxmlformats.org/drawingml/2006/main" name="TCD_PPT_Calibri_Option1a">
  <a:themeElements>
    <a:clrScheme name="Trinity College">
      <a:dk1>
        <a:sysClr val="windowText" lastClr="000000"/>
      </a:dk1>
      <a:lt1>
        <a:sysClr val="window" lastClr="FFFFFF"/>
      </a:lt1>
      <a:dk2>
        <a:srgbClr val="3E6DB2"/>
      </a:dk2>
      <a:lt2>
        <a:srgbClr val="FFFFFF"/>
      </a:lt2>
      <a:accent1>
        <a:srgbClr val="4F81BD"/>
      </a:accent1>
      <a:accent2>
        <a:srgbClr val="0E73B9"/>
      </a:accent2>
      <a:accent3>
        <a:srgbClr val="7C7C7C"/>
      </a:accent3>
      <a:accent4>
        <a:srgbClr val="A6A6A6"/>
      </a:accent4>
      <a:accent5>
        <a:srgbClr val="4F81BD"/>
      </a:accent5>
      <a:accent6>
        <a:srgbClr val="3E6DB2"/>
      </a:accent6>
      <a:hlink>
        <a:srgbClr val="000000"/>
      </a:hlink>
      <a:folHlink>
        <a:srgbClr val="000000"/>
      </a:folHlink>
    </a:clrScheme>
    <a:fontScheme name="Trinity Colleg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905A1151114F44A39913B68B7F4839" ma:contentTypeVersion="16" ma:contentTypeDescription="Create a new document." ma:contentTypeScope="" ma:versionID="f44c48bb72b5d1c5200a3eb4d91237cf">
  <xsd:schema xmlns:xsd="http://www.w3.org/2001/XMLSchema" xmlns:xs="http://www.w3.org/2001/XMLSchema" xmlns:p="http://schemas.microsoft.com/office/2006/metadata/properties" xmlns:ns2="05ec3a7d-c883-41b2-a157-3c1826d263c9" xmlns:ns3="ff07ded4-9926-428d-b0d4-5c8eece2b9e8" targetNamespace="http://schemas.microsoft.com/office/2006/metadata/properties" ma:root="true" ma:fieldsID="bb5ca1e9b595f626d4d5024a480aecb9" ns2:_="" ns3:_="">
    <xsd:import namespace="05ec3a7d-c883-41b2-a157-3c1826d263c9"/>
    <xsd:import namespace="ff07ded4-9926-428d-b0d4-5c8eece2b9e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c3a7d-c883-41b2-a157-3c1826d263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d9b36d8-e8b0-4d46-88aa-db730269cdb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f07ded4-9926-428d-b0d4-5c8eece2b9e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45d5ea67-6897-4e86-8277-86b1e7afe230}" ma:internalName="TaxCatchAll" ma:showField="CatchAllData" ma:web="ff07ded4-9926-428d-b0d4-5c8eece2b9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5ec3a7d-c883-41b2-a157-3c1826d263c9">
      <Terms xmlns="http://schemas.microsoft.com/office/infopath/2007/PartnerControls"/>
    </lcf76f155ced4ddcb4097134ff3c332f>
    <TaxCatchAll xmlns="ff07ded4-9926-428d-b0d4-5c8eece2b9e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BF28AF-19F0-4391-AC2E-663D0F74FC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ec3a7d-c883-41b2-a157-3c1826d263c9"/>
    <ds:schemaRef ds:uri="ff07ded4-9926-428d-b0d4-5c8eece2b9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303C47-1D69-44C8-B5F4-98D3A490FA2C}">
  <ds:schemaRefs>
    <ds:schemaRef ds:uri="http://purl.org/dc/elements/1.1/"/>
    <ds:schemaRef ds:uri="http://purl.org/dc/terms/"/>
    <ds:schemaRef ds:uri="http://schemas.openxmlformats.org/package/2006/metadata/core-properties"/>
    <ds:schemaRef ds:uri="http://purl.org/dc/dcmitype/"/>
    <ds:schemaRef ds:uri="http://schemas.microsoft.com/office/2006/documentManagement/types"/>
    <ds:schemaRef ds:uri="05ec3a7d-c883-41b2-a157-3c1826d263c9"/>
    <ds:schemaRef ds:uri="http://www.w3.org/XML/1998/namespace"/>
    <ds:schemaRef ds:uri="http://schemas.microsoft.com/office/infopath/2007/PartnerControls"/>
    <ds:schemaRef ds:uri="ff07ded4-9926-428d-b0d4-5c8eece2b9e8"/>
    <ds:schemaRef ds:uri="http://schemas.microsoft.com/office/2006/metadata/properties"/>
  </ds:schemaRefs>
</ds:datastoreItem>
</file>

<file path=customXml/itemProps3.xml><?xml version="1.0" encoding="utf-8"?>
<ds:datastoreItem xmlns:ds="http://schemas.openxmlformats.org/officeDocument/2006/customXml" ds:itemID="{AB5956BE-87D5-4628-89E0-3064DECA56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TCD_PPT_Calibri_Option1a.potx</Template>
  <TotalTime>0</TotalTime>
  <Words>1994</Words>
  <Application>Microsoft Office PowerPoint</Application>
  <PresentationFormat>On-screen Show (16:9)</PresentationFormat>
  <Paragraphs>328</Paragraphs>
  <Slides>29</Slides>
  <Notes>4</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TCD_PPT_Calibri_Option1a</vt:lpstr>
      <vt:lpstr>Internships 2026 - 2027</vt:lpstr>
      <vt:lpstr>Purpose of the Internship Module</vt:lpstr>
      <vt:lpstr>Internship Pathway &amp; Eligibility</vt:lpstr>
      <vt:lpstr>Masters track: Graduation 2028</vt:lpstr>
      <vt:lpstr>Is the Masters worth doing?</vt:lpstr>
      <vt:lpstr>The Big Picture (1)</vt:lpstr>
      <vt:lpstr>The Big Picture (2)</vt:lpstr>
      <vt:lpstr>Representing TCD</vt:lpstr>
      <vt:lpstr>Learning Outcomes</vt:lpstr>
      <vt:lpstr>Assessment</vt:lpstr>
      <vt:lpstr>Assessment</vt:lpstr>
      <vt:lpstr>From the ICS Course Handbook</vt:lpstr>
      <vt:lpstr>Internship Sessions</vt:lpstr>
      <vt:lpstr>Blackboard module</vt:lpstr>
      <vt:lpstr>Blackboard module:</vt:lpstr>
      <vt:lpstr>The Process - Applying</vt:lpstr>
      <vt:lpstr>The Process - Accepting</vt:lpstr>
      <vt:lpstr>Internship Speed Connect</vt:lpstr>
      <vt:lpstr>Speed Connect Attendees 2025</vt:lpstr>
      <vt:lpstr>Trinity MyCareer Portal</vt:lpstr>
      <vt:lpstr>Industry Partners</vt:lpstr>
      <vt:lpstr>What our 2025 interns have to say:</vt:lpstr>
      <vt:lpstr>Practicalities</vt:lpstr>
      <vt:lpstr>Available Additional Support – Disability Service</vt:lpstr>
      <vt:lpstr>Available Additional Support - TAP</vt:lpstr>
      <vt:lpstr>Next Steps – Additional session this week</vt:lpstr>
      <vt:lpstr>Next Steps</vt:lpstr>
      <vt:lpstr>Keep in touch!</vt:lpstr>
      <vt:lpstr>Best of luck!</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dtpgraphics</dc:creator>
  <cp:lastModifiedBy>Timothy Savage</cp:lastModifiedBy>
  <cp:revision>163</cp:revision>
  <cp:lastPrinted>2014-12-16T10:33:11Z</cp:lastPrinted>
  <dcterms:created xsi:type="dcterms:W3CDTF">2013-07-29T09:34:50Z</dcterms:created>
  <dcterms:modified xsi:type="dcterms:W3CDTF">2026-09-08T09:10:20Z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0x010100CC905A1151114F44A39913B68B7F4839</vt:lpwstr>
  </property>
  <property fmtid="{D5CDD505-2E9C-101B-9397-08002B2CF9AE}" pid="3" name="MediaServiceImageTags">
    <vt:lpwstr/>
  </property>
</Properties>
</file>